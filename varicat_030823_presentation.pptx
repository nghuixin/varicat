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64" r:id="rId3"/>
    <p:sldId id="273" r:id="rId4"/>
    <p:sldId id="274" r:id="rId5"/>
    <p:sldId id="270" r:id="rId6"/>
    <p:sldId id="258" r:id="rId7"/>
    <p:sldId id="271" r:id="rId8"/>
    <p:sldId id="261" r:id="rId9"/>
    <p:sldId id="262" r:id="rId10"/>
    <p:sldId id="268" r:id="rId11"/>
    <p:sldId id="265" r:id="rId12"/>
    <p:sldId id="266" r:id="rId13"/>
    <p:sldId id="267"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926E3F9-EC35-DF99-FBD1-874AFCA41FBB}" name="Hui Xin Ng" initials="HXN" userId="S::hxng@UCSD.EDU::8919a21b-636c-4af1-bbae-e8e86829590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797854-3E62-4497-B159-E7F85CB3B86C}" v="377" dt="2023-03-13T17:03:58.6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45" autoAdjust="0"/>
    <p:restoredTop sz="93420" autoAdjust="0"/>
  </p:normalViewPr>
  <p:slideViewPr>
    <p:cSldViewPr snapToGrid="0">
      <p:cViewPr varScale="1">
        <p:scale>
          <a:sx n="106" d="100"/>
          <a:sy n="106" d="100"/>
        </p:scale>
        <p:origin x="129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i Xin Ng" userId="8919a21b-636c-4af1-bbae-e8e86829590c" providerId="ADAL" clId="{C7797854-3E62-4497-B159-E7F85CB3B86C}"/>
    <pc:docChg chg="undo custSel addSld delSld modSld sldOrd">
      <pc:chgData name="Hui Xin Ng" userId="8919a21b-636c-4af1-bbae-e8e86829590c" providerId="ADAL" clId="{C7797854-3E62-4497-B159-E7F85CB3B86C}" dt="2023-03-13T17:07:27.204" v="6570" actId="1076"/>
      <pc:docMkLst>
        <pc:docMk/>
      </pc:docMkLst>
      <pc:sldChg chg="modSp mod ord">
        <pc:chgData name="Hui Xin Ng" userId="8919a21b-636c-4af1-bbae-e8e86829590c" providerId="ADAL" clId="{C7797854-3E62-4497-B159-E7F85CB3B86C}" dt="2023-03-08T14:54:08.930" v="6276" actId="1076"/>
        <pc:sldMkLst>
          <pc:docMk/>
          <pc:sldMk cId="822635434" sldId="256"/>
        </pc:sldMkLst>
        <pc:spChg chg="mod">
          <ac:chgData name="Hui Xin Ng" userId="8919a21b-636c-4af1-bbae-e8e86829590c" providerId="ADAL" clId="{C7797854-3E62-4497-B159-E7F85CB3B86C}" dt="2023-03-08T07:29:32.330" v="6235" actId="20577"/>
          <ac:spMkLst>
            <pc:docMk/>
            <pc:sldMk cId="822635434" sldId="256"/>
            <ac:spMk id="2" creationId="{193C86A3-20FF-585D-2948-5AE730CB19CD}"/>
          </ac:spMkLst>
        </pc:spChg>
        <pc:spChg chg="mod">
          <ac:chgData name="Hui Xin Ng" userId="8919a21b-636c-4af1-bbae-e8e86829590c" providerId="ADAL" clId="{C7797854-3E62-4497-B159-E7F85CB3B86C}" dt="2023-03-08T14:54:08.930" v="6276" actId="1076"/>
          <ac:spMkLst>
            <pc:docMk/>
            <pc:sldMk cId="822635434" sldId="256"/>
            <ac:spMk id="3" creationId="{21FA1309-1F5D-48DD-ED1B-697F1713CF3D}"/>
          </ac:spMkLst>
        </pc:spChg>
      </pc:sldChg>
      <pc:sldChg chg="addSp delSp modSp add del mod ord modNotesTx">
        <pc:chgData name="Hui Xin Ng" userId="8919a21b-636c-4af1-bbae-e8e86829590c" providerId="ADAL" clId="{C7797854-3E62-4497-B159-E7F85CB3B86C}" dt="2023-03-08T07:10:15.288" v="6073" actId="47"/>
        <pc:sldMkLst>
          <pc:docMk/>
          <pc:sldMk cId="1275164286" sldId="257"/>
        </pc:sldMkLst>
        <pc:spChg chg="mod">
          <ac:chgData name="Hui Xin Ng" userId="8919a21b-636c-4af1-bbae-e8e86829590c" providerId="ADAL" clId="{C7797854-3E62-4497-B159-E7F85CB3B86C}" dt="2023-03-04T06:49:18.098" v="370" actId="1076"/>
          <ac:spMkLst>
            <pc:docMk/>
            <pc:sldMk cId="1275164286" sldId="257"/>
            <ac:spMk id="2" creationId="{34F44460-1BCD-3368-D7BA-CA6E0892236C}"/>
          </ac:spMkLst>
        </pc:spChg>
        <pc:spChg chg="add del">
          <ac:chgData name="Hui Xin Ng" userId="8919a21b-636c-4af1-bbae-e8e86829590c" providerId="ADAL" clId="{C7797854-3E62-4497-B159-E7F85CB3B86C}" dt="2023-03-08T00:21:33.761" v="5132" actId="22"/>
          <ac:spMkLst>
            <pc:docMk/>
            <pc:sldMk cId="1275164286" sldId="257"/>
            <ac:spMk id="4" creationId="{75F7ED53-441A-3AF9-18D2-FFA04C056A51}"/>
          </ac:spMkLst>
        </pc:spChg>
        <pc:spChg chg="del mod">
          <ac:chgData name="Hui Xin Ng" userId="8919a21b-636c-4af1-bbae-e8e86829590c" providerId="ADAL" clId="{C7797854-3E62-4497-B159-E7F85CB3B86C}" dt="2023-03-04T06:38:22.243" v="2" actId="478"/>
          <ac:spMkLst>
            <pc:docMk/>
            <pc:sldMk cId="1275164286" sldId="257"/>
            <ac:spMk id="4" creationId="{E77C39B4-208B-E2BD-9CCA-CE05048FF5FD}"/>
          </ac:spMkLst>
        </pc:spChg>
        <pc:spChg chg="add del mod">
          <ac:chgData name="Hui Xin Ng" userId="8919a21b-636c-4af1-bbae-e8e86829590c" providerId="ADAL" clId="{C7797854-3E62-4497-B159-E7F85CB3B86C}" dt="2023-03-04T06:47:34.167" v="171"/>
          <ac:spMkLst>
            <pc:docMk/>
            <pc:sldMk cId="1275164286" sldId="257"/>
            <ac:spMk id="27" creationId="{C6C53473-C2C8-A1F2-939C-4B86D5EBE1FE}"/>
          </ac:spMkLst>
        </pc:spChg>
        <pc:spChg chg="add mod">
          <ac:chgData name="Hui Xin Ng" userId="8919a21b-636c-4af1-bbae-e8e86829590c" providerId="ADAL" clId="{C7797854-3E62-4497-B159-E7F85CB3B86C}" dt="2023-03-04T06:49:16.026" v="369" actId="1076"/>
          <ac:spMkLst>
            <pc:docMk/>
            <pc:sldMk cId="1275164286" sldId="257"/>
            <ac:spMk id="28" creationId="{0886FF9F-C20C-FA17-6D38-9FEE78DA31F1}"/>
          </ac:spMkLst>
        </pc:spChg>
        <pc:picChg chg="add del mod">
          <ac:chgData name="Hui Xin Ng" userId="8919a21b-636c-4af1-bbae-e8e86829590c" providerId="ADAL" clId="{C7797854-3E62-4497-B159-E7F85CB3B86C}" dt="2023-03-07T18:35:34.674" v="2857" actId="21"/>
          <ac:picMkLst>
            <pc:docMk/>
            <pc:sldMk cId="1275164286" sldId="257"/>
            <ac:picMk id="6" creationId="{0A4BC617-67C2-C13D-BB99-3B468D0D0F1F}"/>
          </ac:picMkLst>
        </pc:picChg>
        <pc:picChg chg="add del mod">
          <ac:chgData name="Hui Xin Ng" userId="8919a21b-636c-4af1-bbae-e8e86829590c" providerId="ADAL" clId="{C7797854-3E62-4497-B159-E7F85CB3B86C}" dt="2023-03-07T23:30:44.668" v="5103" actId="1076"/>
          <ac:picMkLst>
            <pc:docMk/>
            <pc:sldMk cId="1275164286" sldId="257"/>
            <ac:picMk id="8" creationId="{8B5FFED0-E24C-AC56-BD94-26E67FEF114A}"/>
          </ac:picMkLst>
        </pc:picChg>
        <pc:picChg chg="add mod">
          <ac:chgData name="Hui Xin Ng" userId="8919a21b-636c-4af1-bbae-e8e86829590c" providerId="ADAL" clId="{C7797854-3E62-4497-B159-E7F85CB3B86C}" dt="2023-03-07T23:30:45.556" v="5104" actId="1076"/>
          <ac:picMkLst>
            <pc:docMk/>
            <pc:sldMk cId="1275164286" sldId="257"/>
            <ac:picMk id="10" creationId="{A76D326E-64C3-9987-A298-BA9E6C4D8F73}"/>
          </ac:picMkLst>
        </pc:picChg>
        <pc:picChg chg="add mod">
          <ac:chgData name="Hui Xin Ng" userId="8919a21b-636c-4af1-bbae-e8e86829590c" providerId="ADAL" clId="{C7797854-3E62-4497-B159-E7F85CB3B86C}" dt="2023-03-07T23:30:46.446" v="5105" actId="1076"/>
          <ac:picMkLst>
            <pc:docMk/>
            <pc:sldMk cId="1275164286" sldId="257"/>
            <ac:picMk id="12" creationId="{A6F837E8-1BA0-27A2-FB48-B99B11E5B353}"/>
          </ac:picMkLst>
        </pc:picChg>
        <pc:picChg chg="add mod">
          <ac:chgData name="Hui Xin Ng" userId="8919a21b-636c-4af1-bbae-e8e86829590c" providerId="ADAL" clId="{C7797854-3E62-4497-B159-E7F85CB3B86C}" dt="2023-03-07T23:30:47.692" v="5106" actId="1076"/>
          <ac:picMkLst>
            <pc:docMk/>
            <pc:sldMk cId="1275164286" sldId="257"/>
            <ac:picMk id="14" creationId="{52F86F4B-7901-99FF-FEA8-00212692411F}"/>
          </ac:picMkLst>
        </pc:picChg>
        <pc:picChg chg="add mod">
          <ac:chgData name="Hui Xin Ng" userId="8919a21b-636c-4af1-bbae-e8e86829590c" providerId="ADAL" clId="{C7797854-3E62-4497-B159-E7F85CB3B86C}" dt="2023-03-07T23:30:48.787" v="5107" actId="1076"/>
          <ac:picMkLst>
            <pc:docMk/>
            <pc:sldMk cId="1275164286" sldId="257"/>
            <ac:picMk id="16" creationId="{43C02F1D-EFC3-7212-DF45-DBAF1CC394A3}"/>
          </ac:picMkLst>
        </pc:picChg>
        <pc:picChg chg="add mod">
          <ac:chgData name="Hui Xin Ng" userId="8919a21b-636c-4af1-bbae-e8e86829590c" providerId="ADAL" clId="{C7797854-3E62-4497-B159-E7F85CB3B86C}" dt="2023-03-04T06:47:16.146" v="166" actId="1076"/>
          <ac:picMkLst>
            <pc:docMk/>
            <pc:sldMk cId="1275164286" sldId="257"/>
            <ac:picMk id="18" creationId="{B3A6B03B-EFC6-8390-D9E9-FC3077AC45EC}"/>
          </ac:picMkLst>
        </pc:picChg>
        <pc:picChg chg="add mod">
          <ac:chgData name="Hui Xin Ng" userId="8919a21b-636c-4af1-bbae-e8e86829590c" providerId="ADAL" clId="{C7797854-3E62-4497-B159-E7F85CB3B86C}" dt="2023-03-04T06:47:17.201" v="167" actId="1076"/>
          <ac:picMkLst>
            <pc:docMk/>
            <pc:sldMk cId="1275164286" sldId="257"/>
            <ac:picMk id="20" creationId="{4C83E6D5-7507-A5CB-7948-83236D290AAF}"/>
          </ac:picMkLst>
        </pc:picChg>
        <pc:picChg chg="add mod">
          <ac:chgData name="Hui Xin Ng" userId="8919a21b-636c-4af1-bbae-e8e86829590c" providerId="ADAL" clId="{C7797854-3E62-4497-B159-E7F85CB3B86C}" dt="2023-03-04T06:45:32.082" v="97" actId="1076"/>
          <ac:picMkLst>
            <pc:docMk/>
            <pc:sldMk cId="1275164286" sldId="257"/>
            <ac:picMk id="22" creationId="{2EC3063F-2DB2-F0D9-1D4A-26EF7BE4E3BC}"/>
          </ac:picMkLst>
        </pc:picChg>
        <pc:picChg chg="add mod">
          <ac:chgData name="Hui Xin Ng" userId="8919a21b-636c-4af1-bbae-e8e86829590c" providerId="ADAL" clId="{C7797854-3E62-4497-B159-E7F85CB3B86C}" dt="2023-03-04T06:45:30.346" v="96" actId="1076"/>
          <ac:picMkLst>
            <pc:docMk/>
            <pc:sldMk cId="1275164286" sldId="257"/>
            <ac:picMk id="24" creationId="{F1780CAB-E411-07DA-55AF-9FAA27FB8EFE}"/>
          </ac:picMkLst>
        </pc:picChg>
        <pc:picChg chg="add mod">
          <ac:chgData name="Hui Xin Ng" userId="8919a21b-636c-4af1-bbae-e8e86829590c" providerId="ADAL" clId="{C7797854-3E62-4497-B159-E7F85CB3B86C}" dt="2023-03-04T06:45:29.345" v="95" actId="1076"/>
          <ac:picMkLst>
            <pc:docMk/>
            <pc:sldMk cId="1275164286" sldId="257"/>
            <ac:picMk id="26" creationId="{DA427ADD-476D-E25B-5957-9BB2021D4E63}"/>
          </ac:picMkLst>
        </pc:picChg>
      </pc:sldChg>
      <pc:sldChg chg="addSp delSp modSp add mod ord modShow modNotesTx">
        <pc:chgData name="Hui Xin Ng" userId="8919a21b-636c-4af1-bbae-e8e86829590c" providerId="ADAL" clId="{C7797854-3E62-4497-B159-E7F85CB3B86C}" dt="2023-03-07T23:32:20.040" v="5108" actId="729"/>
        <pc:sldMkLst>
          <pc:docMk/>
          <pc:sldMk cId="742556636" sldId="258"/>
        </pc:sldMkLst>
        <pc:spChg chg="mod">
          <ac:chgData name="Hui Xin Ng" userId="8919a21b-636c-4af1-bbae-e8e86829590c" providerId="ADAL" clId="{C7797854-3E62-4497-B159-E7F85CB3B86C}" dt="2023-03-07T18:41:29.443" v="3695" actId="20577"/>
          <ac:spMkLst>
            <pc:docMk/>
            <pc:sldMk cId="742556636" sldId="258"/>
            <ac:spMk id="2" creationId="{34F44460-1BCD-3368-D7BA-CA6E0892236C}"/>
          </ac:spMkLst>
        </pc:spChg>
        <pc:spChg chg="add del mod">
          <ac:chgData name="Hui Xin Ng" userId="8919a21b-636c-4af1-bbae-e8e86829590c" providerId="ADAL" clId="{C7797854-3E62-4497-B159-E7F85CB3B86C}" dt="2023-03-07T18:41:17.116" v="3652" actId="478"/>
          <ac:spMkLst>
            <pc:docMk/>
            <pc:sldMk cId="742556636" sldId="258"/>
            <ac:spMk id="5" creationId="{F01391F7-82F0-CA4B-FFE9-B70782C423B3}"/>
          </ac:spMkLst>
        </pc:spChg>
        <pc:graphicFrameChg chg="add del mod modGraphic">
          <ac:chgData name="Hui Xin Ng" userId="8919a21b-636c-4af1-bbae-e8e86829590c" providerId="ADAL" clId="{C7797854-3E62-4497-B159-E7F85CB3B86C}" dt="2023-03-07T18:30:10.802" v="2785" actId="478"/>
          <ac:graphicFrameMkLst>
            <pc:docMk/>
            <pc:sldMk cId="742556636" sldId="258"/>
            <ac:graphicFrameMk id="3" creationId="{EFD4A349-BDEA-5990-2582-44A64CF9B2F8}"/>
          </ac:graphicFrameMkLst>
        </pc:graphicFrameChg>
        <pc:graphicFrameChg chg="add del mod modGraphic">
          <ac:chgData name="Hui Xin Ng" userId="8919a21b-636c-4af1-bbae-e8e86829590c" providerId="ADAL" clId="{C7797854-3E62-4497-B159-E7F85CB3B86C}" dt="2023-03-07T18:30:10.802" v="2785" actId="478"/>
          <ac:graphicFrameMkLst>
            <pc:docMk/>
            <pc:sldMk cId="742556636" sldId="258"/>
            <ac:graphicFrameMk id="4" creationId="{BD02238A-5226-7468-A1B3-EC3B7CC4E588}"/>
          </ac:graphicFrameMkLst>
        </pc:graphicFrameChg>
        <pc:picChg chg="del mod">
          <ac:chgData name="Hui Xin Ng" userId="8919a21b-636c-4af1-bbae-e8e86829590c" providerId="ADAL" clId="{C7797854-3E62-4497-B159-E7F85CB3B86C}" dt="2023-03-05T07:23:39.429" v="371" actId="478"/>
          <ac:picMkLst>
            <pc:docMk/>
            <pc:sldMk cId="742556636" sldId="258"/>
            <ac:picMk id="6" creationId="{0A4BC617-67C2-C13D-BB99-3B468D0D0F1F}"/>
          </ac:picMkLst>
        </pc:picChg>
        <pc:picChg chg="del mod">
          <ac:chgData name="Hui Xin Ng" userId="8919a21b-636c-4af1-bbae-e8e86829590c" providerId="ADAL" clId="{C7797854-3E62-4497-B159-E7F85CB3B86C}" dt="2023-03-05T07:23:39.429" v="371" actId="478"/>
          <ac:picMkLst>
            <pc:docMk/>
            <pc:sldMk cId="742556636" sldId="258"/>
            <ac:picMk id="8" creationId="{8B5FFED0-E24C-AC56-BD94-26E67FEF114A}"/>
          </ac:picMkLst>
        </pc:picChg>
        <pc:picChg chg="del">
          <ac:chgData name="Hui Xin Ng" userId="8919a21b-636c-4af1-bbae-e8e86829590c" providerId="ADAL" clId="{C7797854-3E62-4497-B159-E7F85CB3B86C}" dt="2023-03-05T07:23:39.429" v="371" actId="478"/>
          <ac:picMkLst>
            <pc:docMk/>
            <pc:sldMk cId="742556636" sldId="258"/>
            <ac:picMk id="10" creationId="{A76D326E-64C3-9987-A298-BA9E6C4D8F73}"/>
          </ac:picMkLst>
        </pc:picChg>
        <pc:picChg chg="del">
          <ac:chgData name="Hui Xin Ng" userId="8919a21b-636c-4af1-bbae-e8e86829590c" providerId="ADAL" clId="{C7797854-3E62-4497-B159-E7F85CB3B86C}" dt="2023-03-05T07:23:39.429" v="371" actId="478"/>
          <ac:picMkLst>
            <pc:docMk/>
            <pc:sldMk cId="742556636" sldId="258"/>
            <ac:picMk id="12" creationId="{A6F837E8-1BA0-27A2-FB48-B99B11E5B353}"/>
          </ac:picMkLst>
        </pc:picChg>
        <pc:picChg chg="del">
          <ac:chgData name="Hui Xin Ng" userId="8919a21b-636c-4af1-bbae-e8e86829590c" providerId="ADAL" clId="{C7797854-3E62-4497-B159-E7F85CB3B86C}" dt="2023-03-05T07:23:39.429" v="371" actId="478"/>
          <ac:picMkLst>
            <pc:docMk/>
            <pc:sldMk cId="742556636" sldId="258"/>
            <ac:picMk id="14" creationId="{52F86F4B-7901-99FF-FEA8-00212692411F}"/>
          </ac:picMkLst>
        </pc:picChg>
        <pc:picChg chg="del mod">
          <ac:chgData name="Hui Xin Ng" userId="8919a21b-636c-4af1-bbae-e8e86829590c" providerId="ADAL" clId="{C7797854-3E62-4497-B159-E7F85CB3B86C}" dt="2023-03-05T07:23:39.429" v="371" actId="478"/>
          <ac:picMkLst>
            <pc:docMk/>
            <pc:sldMk cId="742556636" sldId="258"/>
            <ac:picMk id="16" creationId="{43C02F1D-EFC3-7212-DF45-DBAF1CC394A3}"/>
          </ac:picMkLst>
        </pc:picChg>
        <pc:picChg chg="del mod">
          <ac:chgData name="Hui Xin Ng" userId="8919a21b-636c-4af1-bbae-e8e86829590c" providerId="ADAL" clId="{C7797854-3E62-4497-B159-E7F85CB3B86C}" dt="2023-03-05T07:23:39.429" v="371" actId="478"/>
          <ac:picMkLst>
            <pc:docMk/>
            <pc:sldMk cId="742556636" sldId="258"/>
            <ac:picMk id="18" creationId="{B3A6B03B-EFC6-8390-D9E9-FC3077AC45EC}"/>
          </ac:picMkLst>
        </pc:picChg>
        <pc:picChg chg="del">
          <ac:chgData name="Hui Xin Ng" userId="8919a21b-636c-4af1-bbae-e8e86829590c" providerId="ADAL" clId="{C7797854-3E62-4497-B159-E7F85CB3B86C}" dt="2023-03-05T07:23:39.429" v="371" actId="478"/>
          <ac:picMkLst>
            <pc:docMk/>
            <pc:sldMk cId="742556636" sldId="258"/>
            <ac:picMk id="20" creationId="{4C83E6D5-7507-A5CB-7948-83236D290AAF}"/>
          </ac:picMkLst>
        </pc:picChg>
        <pc:picChg chg="del">
          <ac:chgData name="Hui Xin Ng" userId="8919a21b-636c-4af1-bbae-e8e86829590c" providerId="ADAL" clId="{C7797854-3E62-4497-B159-E7F85CB3B86C}" dt="2023-03-05T07:23:39.429" v="371" actId="478"/>
          <ac:picMkLst>
            <pc:docMk/>
            <pc:sldMk cId="742556636" sldId="258"/>
            <ac:picMk id="22" creationId="{2EC3063F-2DB2-F0D9-1D4A-26EF7BE4E3BC}"/>
          </ac:picMkLst>
        </pc:picChg>
        <pc:picChg chg="del mod">
          <ac:chgData name="Hui Xin Ng" userId="8919a21b-636c-4af1-bbae-e8e86829590c" providerId="ADAL" clId="{C7797854-3E62-4497-B159-E7F85CB3B86C}" dt="2023-03-05T07:23:39.429" v="371" actId="478"/>
          <ac:picMkLst>
            <pc:docMk/>
            <pc:sldMk cId="742556636" sldId="258"/>
            <ac:picMk id="24" creationId="{F1780CAB-E411-07DA-55AF-9FAA27FB8EFE}"/>
          </ac:picMkLst>
        </pc:picChg>
        <pc:picChg chg="del mod">
          <ac:chgData name="Hui Xin Ng" userId="8919a21b-636c-4af1-bbae-e8e86829590c" providerId="ADAL" clId="{C7797854-3E62-4497-B159-E7F85CB3B86C}" dt="2023-03-05T07:23:39.429" v="371" actId="478"/>
          <ac:picMkLst>
            <pc:docMk/>
            <pc:sldMk cId="742556636" sldId="258"/>
            <ac:picMk id="26" creationId="{DA427ADD-476D-E25B-5957-9BB2021D4E63}"/>
          </ac:picMkLst>
        </pc:picChg>
        <pc:picChg chg="add mod">
          <ac:chgData name="Hui Xin Ng" userId="8919a21b-636c-4af1-bbae-e8e86829590c" providerId="ADAL" clId="{C7797854-3E62-4497-B159-E7F85CB3B86C}" dt="2023-03-07T18:41:39.428" v="3701" actId="1076"/>
          <ac:picMkLst>
            <pc:docMk/>
            <pc:sldMk cId="742556636" sldId="258"/>
            <ac:picMk id="1026" creationId="{28AF106B-7944-ACAD-3255-63ECA38179F0}"/>
          </ac:picMkLst>
        </pc:picChg>
      </pc:sldChg>
      <pc:sldChg chg="addSp delSp modSp add del mod ord addCm modCm modNotesTx">
        <pc:chgData name="Hui Xin Ng" userId="8919a21b-636c-4af1-bbae-e8e86829590c" providerId="ADAL" clId="{C7797854-3E62-4497-B159-E7F85CB3B86C}" dt="2023-03-08T06:57:08.312" v="5954" actId="47"/>
        <pc:sldMkLst>
          <pc:docMk/>
          <pc:sldMk cId="2480353033" sldId="259"/>
        </pc:sldMkLst>
        <pc:spChg chg="mod">
          <ac:chgData name="Hui Xin Ng" userId="8919a21b-636c-4af1-bbae-e8e86829590c" providerId="ADAL" clId="{C7797854-3E62-4497-B159-E7F85CB3B86C}" dt="2023-03-07T03:04:58.964" v="473" actId="14100"/>
          <ac:spMkLst>
            <pc:docMk/>
            <pc:sldMk cId="2480353033" sldId="259"/>
            <ac:spMk id="2" creationId="{34F44460-1BCD-3368-D7BA-CA6E0892236C}"/>
          </ac:spMkLst>
        </pc:spChg>
        <pc:spChg chg="add del mod">
          <ac:chgData name="Hui Xin Ng" userId="8919a21b-636c-4af1-bbae-e8e86829590c" providerId="ADAL" clId="{C7797854-3E62-4497-B159-E7F85CB3B86C}" dt="2023-03-07T05:12:27.419" v="1042" actId="478"/>
          <ac:spMkLst>
            <pc:docMk/>
            <pc:sldMk cId="2480353033" sldId="259"/>
            <ac:spMk id="5" creationId="{9334D7B1-D043-03F0-B9B8-FB5C5990189A}"/>
          </ac:spMkLst>
        </pc:spChg>
        <pc:spChg chg="add del mod">
          <ac:chgData name="Hui Xin Ng" userId="8919a21b-636c-4af1-bbae-e8e86829590c" providerId="ADAL" clId="{C7797854-3E62-4497-B159-E7F85CB3B86C}" dt="2023-03-08T06:56:29.667" v="5941" actId="21"/>
          <ac:spMkLst>
            <pc:docMk/>
            <pc:sldMk cId="2480353033" sldId="259"/>
            <ac:spMk id="5" creationId="{A304DB52-F640-23E0-B667-CC49C62FA161}"/>
          </ac:spMkLst>
        </pc:spChg>
        <pc:spChg chg="add del mod">
          <ac:chgData name="Hui Xin Ng" userId="8919a21b-636c-4af1-bbae-e8e86829590c" providerId="ADAL" clId="{C7797854-3E62-4497-B159-E7F85CB3B86C}" dt="2023-03-07T05:12:27.419" v="1042" actId="478"/>
          <ac:spMkLst>
            <pc:docMk/>
            <pc:sldMk cId="2480353033" sldId="259"/>
            <ac:spMk id="10" creationId="{C34373D4-DD85-9CD6-1BC5-D117136EC888}"/>
          </ac:spMkLst>
        </pc:spChg>
        <pc:spChg chg="add del mod">
          <ac:chgData name="Hui Xin Ng" userId="8919a21b-636c-4af1-bbae-e8e86829590c" providerId="ADAL" clId="{C7797854-3E62-4497-B159-E7F85CB3B86C}" dt="2023-03-07T05:12:27.419" v="1042" actId="478"/>
          <ac:spMkLst>
            <pc:docMk/>
            <pc:sldMk cId="2480353033" sldId="259"/>
            <ac:spMk id="11" creationId="{C44BACAC-E1B3-C873-4E42-6624CB743F0F}"/>
          </ac:spMkLst>
        </pc:spChg>
        <pc:spChg chg="add del mod">
          <ac:chgData name="Hui Xin Ng" userId="8919a21b-636c-4af1-bbae-e8e86829590c" providerId="ADAL" clId="{C7797854-3E62-4497-B159-E7F85CB3B86C}" dt="2023-03-07T05:13:15.315" v="1050" actId="478"/>
          <ac:spMkLst>
            <pc:docMk/>
            <pc:sldMk cId="2480353033" sldId="259"/>
            <ac:spMk id="14" creationId="{2FC12970-79A7-E323-5A06-75AD108C4B52}"/>
          </ac:spMkLst>
        </pc:spChg>
        <pc:spChg chg="add del mod">
          <ac:chgData name="Hui Xin Ng" userId="8919a21b-636c-4af1-bbae-e8e86829590c" providerId="ADAL" clId="{C7797854-3E62-4497-B159-E7F85CB3B86C}" dt="2023-03-07T05:13:15.315" v="1050" actId="478"/>
          <ac:spMkLst>
            <pc:docMk/>
            <pc:sldMk cId="2480353033" sldId="259"/>
            <ac:spMk id="23" creationId="{4AB43394-2B2C-8E65-8A3E-ACE47EC1D2DA}"/>
          </ac:spMkLst>
        </pc:spChg>
        <pc:spChg chg="mod">
          <ac:chgData name="Hui Xin Ng" userId="8919a21b-636c-4af1-bbae-e8e86829590c" providerId="ADAL" clId="{C7797854-3E62-4497-B159-E7F85CB3B86C}" dt="2023-03-07T23:27:19.292" v="5086" actId="1076"/>
          <ac:spMkLst>
            <pc:docMk/>
            <pc:sldMk cId="2480353033" sldId="259"/>
            <ac:spMk id="28" creationId="{0886FF9F-C20C-FA17-6D38-9FEE78DA31F1}"/>
          </ac:spMkLst>
        </pc:spChg>
        <pc:spChg chg="add del mod">
          <ac:chgData name="Hui Xin Ng" userId="8919a21b-636c-4af1-bbae-e8e86829590c" providerId="ADAL" clId="{C7797854-3E62-4497-B159-E7F85CB3B86C}" dt="2023-03-07T05:13:15.315" v="1050" actId="478"/>
          <ac:spMkLst>
            <pc:docMk/>
            <pc:sldMk cId="2480353033" sldId="259"/>
            <ac:spMk id="31" creationId="{0E1F7530-E68C-DA59-CFD7-864D15ED0134}"/>
          </ac:spMkLst>
        </pc:spChg>
        <pc:spChg chg="add del mod">
          <ac:chgData name="Hui Xin Ng" userId="8919a21b-636c-4af1-bbae-e8e86829590c" providerId="ADAL" clId="{C7797854-3E62-4497-B159-E7F85CB3B86C}" dt="2023-03-07T05:13:15.315" v="1050" actId="478"/>
          <ac:spMkLst>
            <pc:docMk/>
            <pc:sldMk cId="2480353033" sldId="259"/>
            <ac:spMk id="32" creationId="{611D8A04-8B52-A2A4-9781-5F160F78A4F5}"/>
          </ac:spMkLst>
        </pc:spChg>
        <pc:spChg chg="add del mod">
          <ac:chgData name="Hui Xin Ng" userId="8919a21b-636c-4af1-bbae-e8e86829590c" providerId="ADAL" clId="{C7797854-3E62-4497-B159-E7F85CB3B86C}" dt="2023-03-07T05:15:31.985" v="1087" actId="478"/>
          <ac:spMkLst>
            <pc:docMk/>
            <pc:sldMk cId="2480353033" sldId="259"/>
            <ac:spMk id="33" creationId="{9543FD81-96F1-0182-4258-113AE7A4419E}"/>
          </ac:spMkLst>
        </pc:spChg>
        <pc:spChg chg="add del mod">
          <ac:chgData name="Hui Xin Ng" userId="8919a21b-636c-4af1-bbae-e8e86829590c" providerId="ADAL" clId="{C7797854-3E62-4497-B159-E7F85CB3B86C}" dt="2023-03-07T05:15:31.985" v="1087" actId="478"/>
          <ac:spMkLst>
            <pc:docMk/>
            <pc:sldMk cId="2480353033" sldId="259"/>
            <ac:spMk id="55" creationId="{DABE57CC-7F7A-F7C5-12A8-648BAFA8F3D7}"/>
          </ac:spMkLst>
        </pc:spChg>
        <pc:spChg chg="add del mod">
          <ac:chgData name="Hui Xin Ng" userId="8919a21b-636c-4af1-bbae-e8e86829590c" providerId="ADAL" clId="{C7797854-3E62-4497-B159-E7F85CB3B86C}" dt="2023-03-07T05:15:31.985" v="1087" actId="478"/>
          <ac:spMkLst>
            <pc:docMk/>
            <pc:sldMk cId="2480353033" sldId="259"/>
            <ac:spMk id="59" creationId="{AE57192D-451A-89C5-C36C-390F49AD0C9C}"/>
          </ac:spMkLst>
        </pc:spChg>
        <pc:graphicFrameChg chg="add mod ord modGraphic">
          <ac:chgData name="Hui Xin Ng" userId="8919a21b-636c-4af1-bbae-e8e86829590c" providerId="ADAL" clId="{C7797854-3E62-4497-B159-E7F85CB3B86C}" dt="2023-03-08T05:17:04.678" v="5511" actId="21"/>
          <ac:graphicFrameMkLst>
            <pc:docMk/>
            <pc:sldMk cId="2480353033" sldId="259"/>
            <ac:graphicFrameMk id="61" creationId="{28D1E42A-A652-3141-876E-C9784C79814B}"/>
          </ac:graphicFrameMkLst>
        </pc:graphicFrameChg>
        <pc:graphicFrameChg chg="add del mod">
          <ac:chgData name="Hui Xin Ng" userId="8919a21b-636c-4af1-bbae-e8e86829590c" providerId="ADAL" clId="{C7797854-3E62-4497-B159-E7F85CB3B86C}" dt="2023-03-07T05:30:08.558" v="1118" actId="478"/>
          <ac:graphicFrameMkLst>
            <pc:docMk/>
            <pc:sldMk cId="2480353033" sldId="259"/>
            <ac:graphicFrameMk id="63" creationId="{8591F887-29AD-F4FB-44F3-E5A198F36E72}"/>
          </ac:graphicFrameMkLst>
        </pc:graphicFrameChg>
        <pc:graphicFrameChg chg="add mod ord modGraphic">
          <ac:chgData name="Hui Xin Ng" userId="8919a21b-636c-4af1-bbae-e8e86829590c" providerId="ADAL" clId="{C7797854-3E62-4497-B159-E7F85CB3B86C}" dt="2023-03-08T04:56:50.903" v="5163" actId="1076"/>
          <ac:graphicFrameMkLst>
            <pc:docMk/>
            <pc:sldMk cId="2480353033" sldId="259"/>
            <ac:graphicFrameMk id="65" creationId="{D555DF52-CBE7-6AF4-70B1-E9B132167ACF}"/>
          </ac:graphicFrameMkLst>
        </pc:graphicFrameChg>
        <pc:picChg chg="add mod">
          <ac:chgData name="Hui Xin Ng" userId="8919a21b-636c-4af1-bbae-e8e86829590c" providerId="ADAL" clId="{C7797854-3E62-4497-B159-E7F85CB3B86C}" dt="2023-03-08T06:24:01.443" v="5762" actId="1076"/>
          <ac:picMkLst>
            <pc:docMk/>
            <pc:sldMk cId="2480353033" sldId="259"/>
            <ac:picMk id="3" creationId="{B6387EF6-50D0-2CB5-7CCB-EEC42FB99B31}"/>
          </ac:picMkLst>
        </pc:picChg>
        <pc:picChg chg="add del mod ord modCrop">
          <ac:chgData name="Hui Xin Ng" userId="8919a21b-636c-4af1-bbae-e8e86829590c" providerId="ADAL" clId="{C7797854-3E62-4497-B159-E7F85CB3B86C}" dt="2023-03-08T05:13:35.512" v="5486" actId="21"/>
          <ac:picMkLst>
            <pc:docMk/>
            <pc:sldMk cId="2480353033" sldId="259"/>
            <ac:picMk id="4" creationId="{B98D5536-FE5F-539C-B767-6E9E20C4A8B6}"/>
          </ac:picMkLst>
        </pc:picChg>
        <pc:picChg chg="add del mod">
          <ac:chgData name="Hui Xin Ng" userId="8919a21b-636c-4af1-bbae-e8e86829590c" providerId="ADAL" clId="{C7797854-3E62-4497-B159-E7F85CB3B86C}" dt="2023-03-05T07:24:34.481" v="414"/>
          <ac:picMkLst>
            <pc:docMk/>
            <pc:sldMk cId="2480353033" sldId="259"/>
            <ac:picMk id="4" creationId="{FB0B4C46-061A-2779-914E-A8D2D0B12B0D}"/>
          </ac:picMkLst>
        </pc:picChg>
        <pc:picChg chg="del">
          <ac:chgData name="Hui Xin Ng" userId="8919a21b-636c-4af1-bbae-e8e86829590c" providerId="ADAL" clId="{C7797854-3E62-4497-B159-E7F85CB3B86C}" dt="2023-03-05T07:23:46.779" v="372" actId="478"/>
          <ac:picMkLst>
            <pc:docMk/>
            <pc:sldMk cId="2480353033" sldId="259"/>
            <ac:picMk id="6" creationId="{0A4BC617-67C2-C13D-BB99-3B468D0D0F1F}"/>
          </ac:picMkLst>
        </pc:picChg>
        <pc:picChg chg="add del mod">
          <ac:chgData name="Hui Xin Ng" userId="8919a21b-636c-4af1-bbae-e8e86829590c" providerId="ADAL" clId="{C7797854-3E62-4497-B159-E7F85CB3B86C}" dt="2023-03-05T07:24:34.481" v="414"/>
          <ac:picMkLst>
            <pc:docMk/>
            <pc:sldMk cId="2480353033" sldId="259"/>
            <ac:picMk id="7" creationId="{5409F842-2429-04B5-7759-99F796678BCE}"/>
          </ac:picMkLst>
        </pc:picChg>
        <pc:picChg chg="add mod">
          <ac:chgData name="Hui Xin Ng" userId="8919a21b-636c-4af1-bbae-e8e86829590c" providerId="ADAL" clId="{C7797854-3E62-4497-B159-E7F85CB3B86C}" dt="2023-03-07T05:29:56.829" v="1114" actId="1076"/>
          <ac:picMkLst>
            <pc:docMk/>
            <pc:sldMk cId="2480353033" sldId="259"/>
            <ac:picMk id="7" creationId="{F11FC9FC-52DE-911A-8B4A-1C530E63BC62}"/>
          </ac:picMkLst>
        </pc:picChg>
        <pc:picChg chg="del">
          <ac:chgData name="Hui Xin Ng" userId="8919a21b-636c-4af1-bbae-e8e86829590c" providerId="ADAL" clId="{C7797854-3E62-4497-B159-E7F85CB3B86C}" dt="2023-03-05T07:23:46.779" v="372" actId="478"/>
          <ac:picMkLst>
            <pc:docMk/>
            <pc:sldMk cId="2480353033" sldId="259"/>
            <ac:picMk id="8" creationId="{8B5FFED0-E24C-AC56-BD94-26E67FEF114A}"/>
          </ac:picMkLst>
        </pc:picChg>
        <pc:picChg chg="add mod">
          <ac:chgData name="Hui Xin Ng" userId="8919a21b-636c-4af1-bbae-e8e86829590c" providerId="ADAL" clId="{C7797854-3E62-4497-B159-E7F85CB3B86C}" dt="2023-03-08T05:13:32.407" v="5483" actId="1076"/>
          <ac:picMkLst>
            <pc:docMk/>
            <pc:sldMk cId="2480353033" sldId="259"/>
            <ac:picMk id="9" creationId="{25530EB7-E7C7-EEE1-F0F5-A1ADC6570EFE}"/>
          </ac:picMkLst>
        </pc:picChg>
        <pc:picChg chg="del mod">
          <ac:chgData name="Hui Xin Ng" userId="8919a21b-636c-4af1-bbae-e8e86829590c" providerId="ADAL" clId="{C7797854-3E62-4497-B159-E7F85CB3B86C}" dt="2023-03-05T07:23:55.323" v="378" actId="478"/>
          <ac:picMkLst>
            <pc:docMk/>
            <pc:sldMk cId="2480353033" sldId="259"/>
            <ac:picMk id="10" creationId="{A76D326E-64C3-9987-A298-BA9E6C4D8F73}"/>
          </ac:picMkLst>
        </pc:picChg>
        <pc:picChg chg="add del mod">
          <ac:chgData name="Hui Xin Ng" userId="8919a21b-636c-4af1-bbae-e8e86829590c" providerId="ADAL" clId="{C7797854-3E62-4497-B159-E7F85CB3B86C}" dt="2023-03-05T07:24:34.481" v="414"/>
          <ac:picMkLst>
            <pc:docMk/>
            <pc:sldMk cId="2480353033" sldId="259"/>
            <ac:picMk id="11" creationId="{28972745-AB3D-7C8A-DB40-E800E5C08F87}"/>
          </ac:picMkLst>
        </pc:picChg>
        <pc:picChg chg="del mod">
          <ac:chgData name="Hui Xin Ng" userId="8919a21b-636c-4af1-bbae-e8e86829590c" providerId="ADAL" clId="{C7797854-3E62-4497-B159-E7F85CB3B86C}" dt="2023-03-05T07:23:55.323" v="378" actId="478"/>
          <ac:picMkLst>
            <pc:docMk/>
            <pc:sldMk cId="2480353033" sldId="259"/>
            <ac:picMk id="12" creationId="{A6F837E8-1BA0-27A2-FB48-B99B11E5B353}"/>
          </ac:picMkLst>
        </pc:picChg>
        <pc:picChg chg="add mod">
          <ac:chgData name="Hui Xin Ng" userId="8919a21b-636c-4af1-bbae-e8e86829590c" providerId="ADAL" clId="{C7797854-3E62-4497-B159-E7F85CB3B86C}" dt="2023-03-07T05:29:45.597" v="1108" actId="1076"/>
          <ac:picMkLst>
            <pc:docMk/>
            <pc:sldMk cId="2480353033" sldId="259"/>
            <ac:picMk id="13" creationId="{9E0A64BF-5AA3-57E0-DD1C-44CC74AC34B8}"/>
          </ac:picMkLst>
        </pc:picChg>
        <pc:picChg chg="del mod">
          <ac:chgData name="Hui Xin Ng" userId="8919a21b-636c-4af1-bbae-e8e86829590c" providerId="ADAL" clId="{C7797854-3E62-4497-B159-E7F85CB3B86C}" dt="2023-03-05T07:23:55.323" v="378" actId="478"/>
          <ac:picMkLst>
            <pc:docMk/>
            <pc:sldMk cId="2480353033" sldId="259"/>
            <ac:picMk id="14" creationId="{52F86F4B-7901-99FF-FEA8-00212692411F}"/>
          </ac:picMkLst>
        </pc:picChg>
        <pc:picChg chg="add del mod">
          <ac:chgData name="Hui Xin Ng" userId="8919a21b-636c-4af1-bbae-e8e86829590c" providerId="ADAL" clId="{C7797854-3E62-4497-B159-E7F85CB3B86C}" dt="2023-03-05T07:24:34.481" v="414"/>
          <ac:picMkLst>
            <pc:docMk/>
            <pc:sldMk cId="2480353033" sldId="259"/>
            <ac:picMk id="15" creationId="{A21C6F42-9F5B-66EA-1C7F-8347CA56E161}"/>
          </ac:picMkLst>
        </pc:picChg>
        <pc:picChg chg="del mod">
          <ac:chgData name="Hui Xin Ng" userId="8919a21b-636c-4af1-bbae-e8e86829590c" providerId="ADAL" clId="{C7797854-3E62-4497-B159-E7F85CB3B86C}" dt="2023-03-05T07:23:55.323" v="378" actId="478"/>
          <ac:picMkLst>
            <pc:docMk/>
            <pc:sldMk cId="2480353033" sldId="259"/>
            <ac:picMk id="16" creationId="{43C02F1D-EFC3-7212-DF45-DBAF1CC394A3}"/>
          </ac:picMkLst>
        </pc:picChg>
        <pc:picChg chg="add mod">
          <ac:chgData name="Hui Xin Ng" userId="8919a21b-636c-4af1-bbae-e8e86829590c" providerId="ADAL" clId="{C7797854-3E62-4497-B159-E7F85CB3B86C}" dt="2023-03-07T05:30:00.805" v="1116" actId="1076"/>
          <ac:picMkLst>
            <pc:docMk/>
            <pc:sldMk cId="2480353033" sldId="259"/>
            <ac:picMk id="16" creationId="{A8BE786B-AF25-3FC5-4F09-4A41EEE2664E}"/>
          </ac:picMkLst>
        </pc:picChg>
        <pc:picChg chg="del">
          <ac:chgData name="Hui Xin Ng" userId="8919a21b-636c-4af1-bbae-e8e86829590c" providerId="ADAL" clId="{C7797854-3E62-4497-B159-E7F85CB3B86C}" dt="2023-03-05T07:23:46.779" v="372" actId="478"/>
          <ac:picMkLst>
            <pc:docMk/>
            <pc:sldMk cId="2480353033" sldId="259"/>
            <ac:picMk id="18" creationId="{B3A6B03B-EFC6-8390-D9E9-FC3077AC45EC}"/>
          </ac:picMkLst>
        </pc:picChg>
        <pc:picChg chg="add del mod">
          <ac:chgData name="Hui Xin Ng" userId="8919a21b-636c-4af1-bbae-e8e86829590c" providerId="ADAL" clId="{C7797854-3E62-4497-B159-E7F85CB3B86C}" dt="2023-03-07T04:21:41.904" v="759" actId="478"/>
          <ac:picMkLst>
            <pc:docMk/>
            <pc:sldMk cId="2480353033" sldId="259"/>
            <ac:picMk id="18" creationId="{F1079650-585D-DDBF-FF8F-EF3AE89E5D23}"/>
          </ac:picMkLst>
        </pc:picChg>
        <pc:picChg chg="add del mod">
          <ac:chgData name="Hui Xin Ng" userId="8919a21b-636c-4af1-bbae-e8e86829590c" providerId="ADAL" clId="{C7797854-3E62-4497-B159-E7F85CB3B86C}" dt="2023-03-05T07:24:34.481" v="414"/>
          <ac:picMkLst>
            <pc:docMk/>
            <pc:sldMk cId="2480353033" sldId="259"/>
            <ac:picMk id="19" creationId="{021664C8-38AD-7F9C-3552-F40890A89529}"/>
          </ac:picMkLst>
        </pc:picChg>
        <pc:picChg chg="del">
          <ac:chgData name="Hui Xin Ng" userId="8919a21b-636c-4af1-bbae-e8e86829590c" providerId="ADAL" clId="{C7797854-3E62-4497-B159-E7F85CB3B86C}" dt="2023-03-05T07:23:46.779" v="372" actId="478"/>
          <ac:picMkLst>
            <pc:docMk/>
            <pc:sldMk cId="2480353033" sldId="259"/>
            <ac:picMk id="20" creationId="{4C83E6D5-7507-A5CB-7948-83236D290AAF}"/>
          </ac:picMkLst>
        </pc:picChg>
        <pc:picChg chg="add del mod">
          <ac:chgData name="Hui Xin Ng" userId="8919a21b-636c-4af1-bbae-e8e86829590c" providerId="ADAL" clId="{C7797854-3E62-4497-B159-E7F85CB3B86C}" dt="2023-03-07T04:20:48.856" v="745" actId="478"/>
          <ac:picMkLst>
            <pc:docMk/>
            <pc:sldMk cId="2480353033" sldId="259"/>
            <ac:picMk id="20" creationId="{67830FC1-9897-E6AB-F765-F4D90BC654B1}"/>
          </ac:picMkLst>
        </pc:picChg>
        <pc:picChg chg="del">
          <ac:chgData name="Hui Xin Ng" userId="8919a21b-636c-4af1-bbae-e8e86829590c" providerId="ADAL" clId="{C7797854-3E62-4497-B159-E7F85CB3B86C}" dt="2023-03-05T07:23:46.779" v="372" actId="478"/>
          <ac:picMkLst>
            <pc:docMk/>
            <pc:sldMk cId="2480353033" sldId="259"/>
            <ac:picMk id="22" creationId="{2EC3063F-2DB2-F0D9-1D4A-26EF7BE4E3BC}"/>
          </ac:picMkLst>
        </pc:picChg>
        <pc:picChg chg="add mod">
          <ac:chgData name="Hui Xin Ng" userId="8919a21b-636c-4af1-bbae-e8e86829590c" providerId="ADAL" clId="{C7797854-3E62-4497-B159-E7F85CB3B86C}" dt="2023-03-07T23:29:06.084" v="5098" actId="1076"/>
          <ac:picMkLst>
            <pc:docMk/>
            <pc:sldMk cId="2480353033" sldId="259"/>
            <ac:picMk id="22" creationId="{F2DAD0FE-425F-1CA8-3901-CDB6371B2313}"/>
          </ac:picMkLst>
        </pc:picChg>
        <pc:picChg chg="add del mod">
          <ac:chgData name="Hui Xin Ng" userId="8919a21b-636c-4af1-bbae-e8e86829590c" providerId="ADAL" clId="{C7797854-3E62-4497-B159-E7F85CB3B86C}" dt="2023-03-05T07:24:34.481" v="414"/>
          <ac:picMkLst>
            <pc:docMk/>
            <pc:sldMk cId="2480353033" sldId="259"/>
            <ac:picMk id="23" creationId="{44AB497C-5697-F9EB-6E6C-AC6D91D710B0}"/>
          </ac:picMkLst>
        </pc:picChg>
        <pc:picChg chg="del">
          <ac:chgData name="Hui Xin Ng" userId="8919a21b-636c-4af1-bbae-e8e86829590c" providerId="ADAL" clId="{C7797854-3E62-4497-B159-E7F85CB3B86C}" dt="2023-03-05T07:23:46.779" v="372" actId="478"/>
          <ac:picMkLst>
            <pc:docMk/>
            <pc:sldMk cId="2480353033" sldId="259"/>
            <ac:picMk id="24" creationId="{F1780CAB-E411-07DA-55AF-9FAA27FB8EFE}"/>
          </ac:picMkLst>
        </pc:picChg>
        <pc:picChg chg="add del mod">
          <ac:chgData name="Hui Xin Ng" userId="8919a21b-636c-4af1-bbae-e8e86829590c" providerId="ADAL" clId="{C7797854-3E62-4497-B159-E7F85CB3B86C}" dt="2023-03-08T06:24:25.691" v="5772" actId="478"/>
          <ac:picMkLst>
            <pc:docMk/>
            <pc:sldMk cId="2480353033" sldId="259"/>
            <ac:picMk id="25" creationId="{30C7940B-2A2D-30CB-5C52-C4B255856D30}"/>
          </ac:picMkLst>
        </pc:picChg>
        <pc:picChg chg="del">
          <ac:chgData name="Hui Xin Ng" userId="8919a21b-636c-4af1-bbae-e8e86829590c" providerId="ADAL" clId="{C7797854-3E62-4497-B159-E7F85CB3B86C}" dt="2023-03-05T07:23:46.779" v="372" actId="478"/>
          <ac:picMkLst>
            <pc:docMk/>
            <pc:sldMk cId="2480353033" sldId="259"/>
            <ac:picMk id="26" creationId="{DA427ADD-476D-E25B-5957-9BB2021D4E63}"/>
          </ac:picMkLst>
        </pc:picChg>
        <pc:picChg chg="add del mod">
          <ac:chgData name="Hui Xin Ng" userId="8919a21b-636c-4af1-bbae-e8e86829590c" providerId="ADAL" clId="{C7797854-3E62-4497-B159-E7F85CB3B86C}" dt="2023-03-05T07:24:34.481" v="414"/>
          <ac:picMkLst>
            <pc:docMk/>
            <pc:sldMk cId="2480353033" sldId="259"/>
            <ac:picMk id="27" creationId="{5F2E64C6-F535-DA36-D82B-43878CC517A7}"/>
          </ac:picMkLst>
        </pc:picChg>
        <pc:picChg chg="add del mod">
          <ac:chgData name="Hui Xin Ng" userId="8919a21b-636c-4af1-bbae-e8e86829590c" providerId="ADAL" clId="{C7797854-3E62-4497-B159-E7F85CB3B86C}" dt="2023-03-07T04:20:12.384" v="725" actId="478"/>
          <ac:picMkLst>
            <pc:docMk/>
            <pc:sldMk cId="2480353033" sldId="259"/>
            <ac:picMk id="27" creationId="{D3BD1630-F306-2DB8-1F10-0F378EDA4A4D}"/>
          </ac:picMkLst>
        </pc:picChg>
        <pc:picChg chg="add mod">
          <ac:chgData name="Hui Xin Ng" userId="8919a21b-636c-4af1-bbae-e8e86829590c" providerId="ADAL" clId="{C7797854-3E62-4497-B159-E7F85CB3B86C}" dt="2023-03-07T05:29:51.013" v="1111" actId="1076"/>
          <ac:picMkLst>
            <pc:docMk/>
            <pc:sldMk cId="2480353033" sldId="259"/>
            <ac:picMk id="30" creationId="{4D7040D7-45CA-FB76-73E8-55AEE3F2BEC7}"/>
          </ac:picMkLst>
        </pc:picChg>
        <pc:picChg chg="add del mod">
          <ac:chgData name="Hui Xin Ng" userId="8919a21b-636c-4af1-bbae-e8e86829590c" providerId="ADAL" clId="{C7797854-3E62-4497-B159-E7F85CB3B86C}" dt="2023-03-05T07:24:34.481" v="414"/>
          <ac:picMkLst>
            <pc:docMk/>
            <pc:sldMk cId="2480353033" sldId="259"/>
            <ac:picMk id="30" creationId="{CDB8839C-84F5-404E-A5C6-D7C64A4F2A3E}"/>
          </ac:picMkLst>
        </pc:picChg>
        <pc:picChg chg="add del mod">
          <ac:chgData name="Hui Xin Ng" userId="8919a21b-636c-4af1-bbae-e8e86829590c" providerId="ADAL" clId="{C7797854-3E62-4497-B159-E7F85CB3B86C}" dt="2023-03-05T07:24:34.481" v="414"/>
          <ac:picMkLst>
            <pc:docMk/>
            <pc:sldMk cId="2480353033" sldId="259"/>
            <ac:picMk id="32" creationId="{7DA0A19F-B4D7-458C-C3DA-DD51CFD4F251}"/>
          </ac:picMkLst>
        </pc:picChg>
        <pc:picChg chg="add del mod">
          <ac:chgData name="Hui Xin Ng" userId="8919a21b-636c-4af1-bbae-e8e86829590c" providerId="ADAL" clId="{C7797854-3E62-4497-B159-E7F85CB3B86C}" dt="2023-03-05T07:24:34.481" v="414"/>
          <ac:picMkLst>
            <pc:docMk/>
            <pc:sldMk cId="2480353033" sldId="259"/>
            <ac:picMk id="34" creationId="{26554633-AD95-3AF5-06BF-42C59B8AB08A}"/>
          </ac:picMkLst>
        </pc:picChg>
        <pc:picChg chg="add mod">
          <ac:chgData name="Hui Xin Ng" userId="8919a21b-636c-4af1-bbae-e8e86829590c" providerId="ADAL" clId="{C7797854-3E62-4497-B159-E7F85CB3B86C}" dt="2023-03-07T05:29:52.638" v="1112" actId="1076"/>
          <ac:picMkLst>
            <pc:docMk/>
            <pc:sldMk cId="2480353033" sldId="259"/>
            <ac:picMk id="35" creationId="{B43CC159-1341-0281-D430-A291621E1C2B}"/>
          </ac:picMkLst>
        </pc:picChg>
        <pc:picChg chg="add del mod">
          <ac:chgData name="Hui Xin Ng" userId="8919a21b-636c-4af1-bbae-e8e86829590c" providerId="ADAL" clId="{C7797854-3E62-4497-B159-E7F85CB3B86C}" dt="2023-03-05T07:24:34.481" v="414"/>
          <ac:picMkLst>
            <pc:docMk/>
            <pc:sldMk cId="2480353033" sldId="259"/>
            <ac:picMk id="36" creationId="{97F52B93-060E-4E9F-0FD8-FA0A844C5CF7}"/>
          </ac:picMkLst>
        </pc:picChg>
        <pc:picChg chg="add mod">
          <ac:chgData name="Hui Xin Ng" userId="8919a21b-636c-4af1-bbae-e8e86829590c" providerId="ADAL" clId="{C7797854-3E62-4497-B159-E7F85CB3B86C}" dt="2023-03-07T05:29:54.157" v="1113" actId="1076"/>
          <ac:picMkLst>
            <pc:docMk/>
            <pc:sldMk cId="2480353033" sldId="259"/>
            <ac:picMk id="37" creationId="{0DFD6930-A6F3-BE6F-398D-DA26AEEA551A}"/>
          </ac:picMkLst>
        </pc:picChg>
        <pc:picChg chg="add del mod">
          <ac:chgData name="Hui Xin Ng" userId="8919a21b-636c-4af1-bbae-e8e86829590c" providerId="ADAL" clId="{C7797854-3E62-4497-B159-E7F85CB3B86C}" dt="2023-03-05T07:24:34.481" v="414"/>
          <ac:picMkLst>
            <pc:docMk/>
            <pc:sldMk cId="2480353033" sldId="259"/>
            <ac:picMk id="38" creationId="{4F7911C5-FB20-1425-C1DD-1B0BB767C440}"/>
          </ac:picMkLst>
        </pc:picChg>
        <pc:picChg chg="add mod">
          <ac:chgData name="Hui Xin Ng" userId="8919a21b-636c-4af1-bbae-e8e86829590c" providerId="ADAL" clId="{C7797854-3E62-4497-B159-E7F85CB3B86C}" dt="2023-03-08T06:28:12.357" v="5822" actId="1076"/>
          <ac:picMkLst>
            <pc:docMk/>
            <pc:sldMk cId="2480353033" sldId="259"/>
            <ac:picMk id="39" creationId="{77A71AB7-DE90-6EF9-C675-2573827E256A}"/>
          </ac:picMkLst>
        </pc:picChg>
        <pc:picChg chg="add del mod">
          <ac:chgData name="Hui Xin Ng" userId="8919a21b-636c-4af1-bbae-e8e86829590c" providerId="ADAL" clId="{C7797854-3E62-4497-B159-E7F85CB3B86C}" dt="2023-03-05T07:24:34.481" v="414"/>
          <ac:picMkLst>
            <pc:docMk/>
            <pc:sldMk cId="2480353033" sldId="259"/>
            <ac:picMk id="40" creationId="{E418E694-BF7C-0751-3F19-2D7A856F7671}"/>
          </ac:picMkLst>
        </pc:picChg>
        <pc:picChg chg="add mod">
          <ac:chgData name="Hui Xin Ng" userId="8919a21b-636c-4af1-bbae-e8e86829590c" providerId="ADAL" clId="{C7797854-3E62-4497-B159-E7F85CB3B86C}" dt="2023-03-07T05:30:24.549" v="1122" actId="1076"/>
          <ac:picMkLst>
            <pc:docMk/>
            <pc:sldMk cId="2480353033" sldId="259"/>
            <ac:picMk id="41" creationId="{BBAFB5F0-E4D1-9A25-C649-455DD959F770}"/>
          </ac:picMkLst>
        </pc:picChg>
        <pc:picChg chg="add del mod">
          <ac:chgData name="Hui Xin Ng" userId="8919a21b-636c-4af1-bbae-e8e86829590c" providerId="ADAL" clId="{C7797854-3E62-4497-B159-E7F85CB3B86C}" dt="2023-03-05T07:24:34.481" v="414"/>
          <ac:picMkLst>
            <pc:docMk/>
            <pc:sldMk cId="2480353033" sldId="259"/>
            <ac:picMk id="42" creationId="{8FE00DC1-3415-74AC-2E5B-CBB6800573C4}"/>
          </ac:picMkLst>
        </pc:picChg>
        <pc:picChg chg="add mod">
          <ac:chgData name="Hui Xin Ng" userId="8919a21b-636c-4af1-bbae-e8e86829590c" providerId="ADAL" clId="{C7797854-3E62-4497-B159-E7F85CB3B86C}" dt="2023-03-07T05:30:25.405" v="1123" actId="1076"/>
          <ac:picMkLst>
            <pc:docMk/>
            <pc:sldMk cId="2480353033" sldId="259"/>
            <ac:picMk id="43" creationId="{26A97916-92CC-1159-332B-57C49E37BA41}"/>
          </ac:picMkLst>
        </pc:picChg>
        <pc:picChg chg="add del mod">
          <ac:chgData name="Hui Xin Ng" userId="8919a21b-636c-4af1-bbae-e8e86829590c" providerId="ADAL" clId="{C7797854-3E62-4497-B159-E7F85CB3B86C}" dt="2023-03-05T07:24:34.481" v="414"/>
          <ac:picMkLst>
            <pc:docMk/>
            <pc:sldMk cId="2480353033" sldId="259"/>
            <ac:picMk id="44" creationId="{623DE7D9-FB2A-BD7B-C349-72A8B57D3EA5}"/>
          </ac:picMkLst>
        </pc:picChg>
        <pc:picChg chg="add mod">
          <ac:chgData name="Hui Xin Ng" userId="8919a21b-636c-4af1-bbae-e8e86829590c" providerId="ADAL" clId="{C7797854-3E62-4497-B159-E7F85CB3B86C}" dt="2023-03-07T18:38:13.956" v="3170" actId="1076"/>
          <ac:picMkLst>
            <pc:docMk/>
            <pc:sldMk cId="2480353033" sldId="259"/>
            <ac:picMk id="45" creationId="{CB550188-7CCE-2EFF-1D9E-49B18C7276F0}"/>
          </ac:picMkLst>
        </pc:picChg>
        <pc:picChg chg="add del mod">
          <ac:chgData name="Hui Xin Ng" userId="8919a21b-636c-4af1-bbae-e8e86829590c" providerId="ADAL" clId="{C7797854-3E62-4497-B159-E7F85CB3B86C}" dt="2023-03-05T07:24:34.481" v="414"/>
          <ac:picMkLst>
            <pc:docMk/>
            <pc:sldMk cId="2480353033" sldId="259"/>
            <ac:picMk id="46" creationId="{8D68F3B2-C7E2-6988-985C-9BD1D0064292}"/>
          </ac:picMkLst>
        </pc:picChg>
        <pc:picChg chg="add mod">
          <ac:chgData name="Hui Xin Ng" userId="8919a21b-636c-4af1-bbae-e8e86829590c" providerId="ADAL" clId="{C7797854-3E62-4497-B159-E7F85CB3B86C}" dt="2023-03-07T05:30:29.806" v="1126" actId="1076"/>
          <ac:picMkLst>
            <pc:docMk/>
            <pc:sldMk cId="2480353033" sldId="259"/>
            <ac:picMk id="47" creationId="{E1D6DAA7-2FAA-07AA-4E37-ECE6CF65B726}"/>
          </ac:picMkLst>
        </pc:picChg>
        <pc:picChg chg="add del mod">
          <ac:chgData name="Hui Xin Ng" userId="8919a21b-636c-4af1-bbae-e8e86829590c" providerId="ADAL" clId="{C7797854-3E62-4497-B159-E7F85CB3B86C}" dt="2023-03-07T03:07:58.451" v="500" actId="478"/>
          <ac:picMkLst>
            <pc:docMk/>
            <pc:sldMk cId="2480353033" sldId="259"/>
            <ac:picMk id="48" creationId="{3AF847EA-06D3-2B22-03AD-70F6784FE5EC}"/>
          </ac:picMkLst>
        </pc:picChg>
        <pc:picChg chg="add del mod">
          <ac:chgData name="Hui Xin Ng" userId="8919a21b-636c-4af1-bbae-e8e86829590c" providerId="ADAL" clId="{C7797854-3E62-4497-B159-E7F85CB3B86C}" dt="2023-03-07T03:07:58.451" v="500" actId="478"/>
          <ac:picMkLst>
            <pc:docMk/>
            <pc:sldMk cId="2480353033" sldId="259"/>
            <ac:picMk id="50" creationId="{46080D70-27CD-817C-932B-692094D9734C}"/>
          </ac:picMkLst>
        </pc:picChg>
        <pc:picChg chg="add mod">
          <ac:chgData name="Hui Xin Ng" userId="8919a21b-636c-4af1-bbae-e8e86829590c" providerId="ADAL" clId="{C7797854-3E62-4497-B159-E7F85CB3B86C}" dt="2023-03-07T05:31:40.348" v="1227" actId="1076"/>
          <ac:picMkLst>
            <pc:docMk/>
            <pc:sldMk cId="2480353033" sldId="259"/>
            <ac:picMk id="51" creationId="{446542B1-0359-E9AC-2F09-544C392FFF7F}"/>
          </ac:picMkLst>
        </pc:picChg>
        <pc:picChg chg="add del mod">
          <ac:chgData name="Hui Xin Ng" userId="8919a21b-636c-4af1-bbae-e8e86829590c" providerId="ADAL" clId="{C7797854-3E62-4497-B159-E7F85CB3B86C}" dt="2023-03-07T03:07:58.451" v="500" actId="478"/>
          <ac:picMkLst>
            <pc:docMk/>
            <pc:sldMk cId="2480353033" sldId="259"/>
            <ac:picMk id="52" creationId="{818F36BE-13E6-C015-4A7E-F2DAB3414433}"/>
          </ac:picMkLst>
        </pc:picChg>
        <pc:picChg chg="add del mod">
          <ac:chgData name="Hui Xin Ng" userId="8919a21b-636c-4af1-bbae-e8e86829590c" providerId="ADAL" clId="{C7797854-3E62-4497-B159-E7F85CB3B86C}" dt="2023-03-07T03:07:51.084" v="493" actId="478"/>
          <ac:picMkLst>
            <pc:docMk/>
            <pc:sldMk cId="2480353033" sldId="259"/>
            <ac:picMk id="54" creationId="{E5CB5ABB-2091-7190-C1C3-410CEC954F21}"/>
          </ac:picMkLst>
        </pc:picChg>
        <pc:picChg chg="add del mod">
          <ac:chgData name="Hui Xin Ng" userId="8919a21b-636c-4af1-bbae-e8e86829590c" providerId="ADAL" clId="{C7797854-3E62-4497-B159-E7F85CB3B86C}" dt="2023-03-07T03:08:01.795" v="501" actId="478"/>
          <ac:picMkLst>
            <pc:docMk/>
            <pc:sldMk cId="2480353033" sldId="259"/>
            <ac:picMk id="56" creationId="{1A17104A-F0CC-4837-2664-9834EF60BA6E}"/>
          </ac:picMkLst>
        </pc:picChg>
        <pc:picChg chg="add del mod">
          <ac:chgData name="Hui Xin Ng" userId="8919a21b-636c-4af1-bbae-e8e86829590c" providerId="ADAL" clId="{C7797854-3E62-4497-B159-E7F85CB3B86C}" dt="2023-03-07T03:07:51.084" v="493" actId="478"/>
          <ac:picMkLst>
            <pc:docMk/>
            <pc:sldMk cId="2480353033" sldId="259"/>
            <ac:picMk id="58" creationId="{0FCC7A0E-2FC9-C636-0B96-6E1A7CE3971A}"/>
          </ac:picMkLst>
        </pc:picChg>
        <pc:picChg chg="add del mod">
          <ac:chgData name="Hui Xin Ng" userId="8919a21b-636c-4af1-bbae-e8e86829590c" providerId="ADAL" clId="{C7797854-3E62-4497-B159-E7F85CB3B86C}" dt="2023-03-07T03:07:58.451" v="500" actId="478"/>
          <ac:picMkLst>
            <pc:docMk/>
            <pc:sldMk cId="2480353033" sldId="259"/>
            <ac:picMk id="60" creationId="{F20D69F1-0C04-8B44-64D5-97EF292C880F}"/>
          </ac:picMkLst>
        </pc:picChg>
        <pc:picChg chg="add del mod">
          <ac:chgData name="Hui Xin Ng" userId="8919a21b-636c-4af1-bbae-e8e86829590c" providerId="ADAL" clId="{C7797854-3E62-4497-B159-E7F85CB3B86C}" dt="2023-03-07T03:07:58.451" v="500" actId="478"/>
          <ac:picMkLst>
            <pc:docMk/>
            <pc:sldMk cId="2480353033" sldId="259"/>
            <ac:picMk id="62" creationId="{B9330545-7900-B62D-16F3-2720093276D5}"/>
          </ac:picMkLst>
        </pc:picChg>
        <pc:picChg chg="add del mod">
          <ac:chgData name="Hui Xin Ng" userId="8919a21b-636c-4af1-bbae-e8e86829590c" providerId="ADAL" clId="{C7797854-3E62-4497-B159-E7F85CB3B86C}" dt="2023-03-07T03:07:51.084" v="493" actId="478"/>
          <ac:picMkLst>
            <pc:docMk/>
            <pc:sldMk cId="2480353033" sldId="259"/>
            <ac:picMk id="64" creationId="{53B9D343-45F6-9685-F8DE-035B3AC33098}"/>
          </ac:picMkLst>
        </pc:picChg>
        <pc:picChg chg="add del mod">
          <ac:chgData name="Hui Xin Ng" userId="8919a21b-636c-4af1-bbae-e8e86829590c" providerId="ADAL" clId="{C7797854-3E62-4497-B159-E7F85CB3B86C}" dt="2023-03-07T03:07:51.084" v="493" actId="478"/>
          <ac:picMkLst>
            <pc:docMk/>
            <pc:sldMk cId="2480353033" sldId="259"/>
            <ac:picMk id="66" creationId="{734C2805-79B4-C565-535E-F5DE4CC7364F}"/>
          </ac:picMkLst>
        </pc:picChg>
        <pc:picChg chg="add del mod">
          <ac:chgData name="Hui Xin Ng" userId="8919a21b-636c-4af1-bbae-e8e86829590c" providerId="ADAL" clId="{C7797854-3E62-4497-B159-E7F85CB3B86C}" dt="2023-03-07T03:07:51.084" v="493" actId="478"/>
          <ac:picMkLst>
            <pc:docMk/>
            <pc:sldMk cId="2480353033" sldId="259"/>
            <ac:picMk id="68" creationId="{65B9E110-E09C-EB49-E85B-A06621390E77}"/>
          </ac:picMkLst>
        </pc:picChg>
        <pc:picChg chg="add del mod">
          <ac:chgData name="Hui Xin Ng" userId="8919a21b-636c-4af1-bbae-e8e86829590c" providerId="ADAL" clId="{C7797854-3E62-4497-B159-E7F85CB3B86C}" dt="2023-03-07T03:07:51.084" v="493" actId="478"/>
          <ac:picMkLst>
            <pc:docMk/>
            <pc:sldMk cId="2480353033" sldId="259"/>
            <ac:picMk id="70" creationId="{A8B04819-05E3-8AB6-F354-1F1EB2C435DC}"/>
          </ac:picMkLst>
        </pc:picChg>
        <pc:picChg chg="add del mod">
          <ac:chgData name="Hui Xin Ng" userId="8919a21b-636c-4af1-bbae-e8e86829590c" providerId="ADAL" clId="{C7797854-3E62-4497-B159-E7F85CB3B86C}" dt="2023-03-07T03:07:51.084" v="493" actId="478"/>
          <ac:picMkLst>
            <pc:docMk/>
            <pc:sldMk cId="2480353033" sldId="259"/>
            <ac:picMk id="72" creationId="{8E95C927-2E34-AB66-EA31-1E809EB2A6AF}"/>
          </ac:picMkLst>
        </pc:picChg>
        <pc:picChg chg="add del mod">
          <ac:chgData name="Hui Xin Ng" userId="8919a21b-636c-4af1-bbae-e8e86829590c" providerId="ADAL" clId="{C7797854-3E62-4497-B159-E7F85CB3B86C}" dt="2023-03-07T03:07:51.084" v="493" actId="478"/>
          <ac:picMkLst>
            <pc:docMk/>
            <pc:sldMk cId="2480353033" sldId="259"/>
            <ac:picMk id="74" creationId="{A68EF4FA-D0E2-B616-B3C2-CCCEE5034423}"/>
          </ac:picMkLst>
        </pc:picChg>
        <pc:picChg chg="add del mod">
          <ac:chgData name="Hui Xin Ng" userId="8919a21b-636c-4af1-bbae-e8e86829590c" providerId="ADAL" clId="{C7797854-3E62-4497-B159-E7F85CB3B86C}" dt="2023-03-07T03:07:51.084" v="493" actId="478"/>
          <ac:picMkLst>
            <pc:docMk/>
            <pc:sldMk cId="2480353033" sldId="259"/>
            <ac:picMk id="76" creationId="{1992BBBF-6A2A-959E-6B15-70C61E73615A}"/>
          </ac:picMkLst>
        </pc:picChg>
        <pc:picChg chg="add del mod">
          <ac:chgData name="Hui Xin Ng" userId="8919a21b-636c-4af1-bbae-e8e86829590c" providerId="ADAL" clId="{C7797854-3E62-4497-B159-E7F85CB3B86C}" dt="2023-03-07T03:07:58.451" v="500" actId="478"/>
          <ac:picMkLst>
            <pc:docMk/>
            <pc:sldMk cId="2480353033" sldId="259"/>
            <ac:picMk id="78" creationId="{FA4E1FB8-1C76-FA7B-31F6-85B8D0E0C586}"/>
          </ac:picMkLst>
        </pc:picChg>
        <pc:extLst>
          <p:ext xmlns:p="http://schemas.openxmlformats.org/presentationml/2006/main" uri="{D6D511B9-2390-475A-947B-AFAB55BFBCF1}">
            <pc226:cmChg xmlns:pc226="http://schemas.microsoft.com/office/powerpoint/2022/06/main/command" chg="add mod">
              <pc226:chgData name="Hui Xin Ng" userId="8919a21b-636c-4af1-bbae-e8e86829590c" providerId="ADAL" clId="{C7797854-3E62-4497-B159-E7F85CB3B86C}" dt="2023-03-07T23:35:06.618" v="5127"/>
              <pc2:cmMkLst xmlns:pc2="http://schemas.microsoft.com/office/powerpoint/2019/9/main/command">
                <pc:docMk/>
                <pc:sldMk cId="2480353033" sldId="259"/>
                <pc2:cmMk id="{44F9565B-C310-4C33-8AF1-7D90711693CA}"/>
              </pc2:cmMkLst>
              <pc226:cmRplyChg chg="add">
                <pc226:chgData name="Hui Xin Ng" userId="8919a21b-636c-4af1-bbae-e8e86829590c" providerId="ADAL" clId="{C7797854-3E62-4497-B159-E7F85CB3B86C}" dt="2023-03-07T23:35:06.618" v="5127"/>
                <pc2:cmRplyMkLst xmlns:pc2="http://schemas.microsoft.com/office/powerpoint/2019/9/main/command">
                  <pc:docMk/>
                  <pc:sldMk cId="2480353033" sldId="259"/>
                  <pc2:cmMk id="{44F9565B-C310-4C33-8AF1-7D90711693CA}"/>
                  <pc2:cmRplyMk id="{5575F487-2042-4DE5-956E-10CBEEA46AC3}"/>
                </pc2:cmRplyMkLst>
              </pc226:cmRplyChg>
            </pc226:cmChg>
          </p:ext>
        </pc:extLst>
      </pc:sldChg>
      <pc:sldChg chg="addSp delSp modSp add del mod addCm modCm modNotesTx">
        <pc:chgData name="Hui Xin Ng" userId="8919a21b-636c-4af1-bbae-e8e86829590c" providerId="ADAL" clId="{C7797854-3E62-4497-B159-E7F85CB3B86C}" dt="2023-03-08T07:10:13.887" v="6072" actId="47"/>
        <pc:sldMkLst>
          <pc:docMk/>
          <pc:sldMk cId="1869210501" sldId="260"/>
        </pc:sldMkLst>
        <pc:spChg chg="del mod">
          <ac:chgData name="Hui Xin Ng" userId="8919a21b-636c-4af1-bbae-e8e86829590c" providerId="ADAL" clId="{C7797854-3E62-4497-B159-E7F85CB3B86C}" dt="2023-03-08T06:31:16.092" v="5850" actId="478"/>
          <ac:spMkLst>
            <pc:docMk/>
            <pc:sldMk cId="1869210501" sldId="260"/>
            <ac:spMk id="2" creationId="{34F44460-1BCD-3368-D7BA-CA6E0892236C}"/>
          </ac:spMkLst>
        </pc:spChg>
        <pc:spChg chg="add mod">
          <ac:chgData name="Hui Xin Ng" userId="8919a21b-636c-4af1-bbae-e8e86829590c" providerId="ADAL" clId="{C7797854-3E62-4497-B159-E7F85CB3B86C}" dt="2023-03-08T06:31:16.092" v="5850" actId="478"/>
          <ac:spMkLst>
            <pc:docMk/>
            <pc:sldMk cId="1869210501" sldId="260"/>
            <ac:spMk id="6" creationId="{381980C9-B2CA-1E98-86AC-BBA2378F1472}"/>
          </ac:spMkLst>
        </pc:spChg>
        <pc:spChg chg="del mod">
          <ac:chgData name="Hui Xin Ng" userId="8919a21b-636c-4af1-bbae-e8e86829590c" providerId="ADAL" clId="{C7797854-3E62-4497-B159-E7F85CB3B86C}" dt="2023-03-08T05:12:29.781" v="5425" actId="478"/>
          <ac:spMkLst>
            <pc:docMk/>
            <pc:sldMk cId="1869210501" sldId="260"/>
            <ac:spMk id="28" creationId="{0886FF9F-C20C-FA17-6D38-9FEE78DA31F1}"/>
          </ac:spMkLst>
        </pc:spChg>
        <pc:graphicFrameChg chg="mod modGraphic">
          <ac:chgData name="Hui Xin Ng" userId="8919a21b-636c-4af1-bbae-e8e86829590c" providerId="ADAL" clId="{C7797854-3E62-4497-B159-E7F85CB3B86C}" dt="2023-03-08T05:12:35.756" v="5442" actId="1035"/>
          <ac:graphicFrameMkLst>
            <pc:docMk/>
            <pc:sldMk cId="1869210501" sldId="260"/>
            <ac:graphicFrameMk id="61" creationId="{28D1E42A-A652-3141-876E-C9784C79814B}"/>
          </ac:graphicFrameMkLst>
        </pc:graphicFrameChg>
        <pc:graphicFrameChg chg="mod modGraphic">
          <ac:chgData name="Hui Xin Ng" userId="8919a21b-636c-4af1-bbae-e8e86829590c" providerId="ADAL" clId="{C7797854-3E62-4497-B159-E7F85CB3B86C}" dt="2023-03-08T05:12:41.429" v="5458" actId="1037"/>
          <ac:graphicFrameMkLst>
            <pc:docMk/>
            <pc:sldMk cId="1869210501" sldId="260"/>
            <ac:graphicFrameMk id="65" creationId="{D555DF52-CBE7-6AF4-70B1-E9B132167ACF}"/>
          </ac:graphicFrameMkLst>
        </pc:graphicFrameChg>
        <pc:picChg chg="add del mod">
          <ac:chgData name="Hui Xin Ng" userId="8919a21b-636c-4af1-bbae-e8e86829590c" providerId="ADAL" clId="{C7797854-3E62-4497-B159-E7F85CB3B86C}" dt="2023-03-08T05:05:14.358" v="5364" actId="478"/>
          <ac:picMkLst>
            <pc:docMk/>
            <pc:sldMk cId="1869210501" sldId="260"/>
            <ac:picMk id="3" creationId="{A1BA8C38-285F-3D36-302A-837764FD3AC9}"/>
          </ac:picMkLst>
        </pc:picChg>
        <pc:picChg chg="add del mod">
          <ac:chgData name="Hui Xin Ng" userId="8919a21b-636c-4af1-bbae-e8e86829590c" providerId="ADAL" clId="{C7797854-3E62-4497-B159-E7F85CB3B86C}" dt="2023-03-07T18:35:51.542" v="2869"/>
          <ac:picMkLst>
            <pc:docMk/>
            <pc:sldMk cId="1869210501" sldId="260"/>
            <ac:picMk id="4" creationId="{B14EFEED-1109-6408-59A5-579053059E08}"/>
          </ac:picMkLst>
        </pc:picChg>
        <pc:picChg chg="del">
          <ac:chgData name="Hui Xin Ng" userId="8919a21b-636c-4af1-bbae-e8e86829590c" providerId="ADAL" clId="{C7797854-3E62-4497-B159-E7F85CB3B86C}" dt="2023-03-07T05:47:53.537" v="1311" actId="478"/>
          <ac:picMkLst>
            <pc:docMk/>
            <pc:sldMk cId="1869210501" sldId="260"/>
            <ac:picMk id="4" creationId="{B98D5536-FE5F-539C-B767-6E9E20C4A8B6}"/>
          </ac:picMkLst>
        </pc:picChg>
        <pc:picChg chg="add del mod">
          <ac:chgData name="Hui Xin Ng" userId="8919a21b-636c-4af1-bbae-e8e86829590c" providerId="ADAL" clId="{C7797854-3E62-4497-B159-E7F85CB3B86C}" dt="2023-03-08T05:05:12.645" v="5363" actId="478"/>
          <ac:picMkLst>
            <pc:docMk/>
            <pc:sldMk cId="1869210501" sldId="260"/>
            <ac:picMk id="5" creationId="{A0659724-C3C2-5BB1-0721-28D9F667FCE6}"/>
          </ac:picMkLst>
        </pc:picChg>
        <pc:picChg chg="del">
          <ac:chgData name="Hui Xin Ng" userId="8919a21b-636c-4af1-bbae-e8e86829590c" providerId="ADAL" clId="{C7797854-3E62-4497-B159-E7F85CB3B86C}" dt="2023-03-07T05:47:53.537" v="1311" actId="478"/>
          <ac:picMkLst>
            <pc:docMk/>
            <pc:sldMk cId="1869210501" sldId="260"/>
            <ac:picMk id="7" creationId="{F11FC9FC-52DE-911A-8B4A-1C530E63BC62}"/>
          </ac:picMkLst>
        </pc:picChg>
        <pc:picChg chg="del">
          <ac:chgData name="Hui Xin Ng" userId="8919a21b-636c-4af1-bbae-e8e86829590c" providerId="ADAL" clId="{C7797854-3E62-4497-B159-E7F85CB3B86C}" dt="2023-03-07T05:47:53.537" v="1311" actId="478"/>
          <ac:picMkLst>
            <pc:docMk/>
            <pc:sldMk cId="1869210501" sldId="260"/>
            <ac:picMk id="9" creationId="{25530EB7-E7C7-EEE1-F0F5-A1ADC6570EFE}"/>
          </ac:picMkLst>
        </pc:picChg>
        <pc:picChg chg="del">
          <ac:chgData name="Hui Xin Ng" userId="8919a21b-636c-4af1-bbae-e8e86829590c" providerId="ADAL" clId="{C7797854-3E62-4497-B159-E7F85CB3B86C}" dt="2023-03-07T05:47:53.537" v="1311" actId="478"/>
          <ac:picMkLst>
            <pc:docMk/>
            <pc:sldMk cId="1869210501" sldId="260"/>
            <ac:picMk id="13" creationId="{9E0A64BF-5AA3-57E0-DD1C-44CC74AC34B8}"/>
          </ac:picMkLst>
        </pc:picChg>
        <pc:picChg chg="del">
          <ac:chgData name="Hui Xin Ng" userId="8919a21b-636c-4af1-bbae-e8e86829590c" providerId="ADAL" clId="{C7797854-3E62-4497-B159-E7F85CB3B86C}" dt="2023-03-07T05:47:53.537" v="1311" actId="478"/>
          <ac:picMkLst>
            <pc:docMk/>
            <pc:sldMk cId="1869210501" sldId="260"/>
            <ac:picMk id="16" creationId="{A8BE786B-AF25-3FC5-4F09-4A41EEE2664E}"/>
          </ac:picMkLst>
        </pc:picChg>
        <pc:picChg chg="del">
          <ac:chgData name="Hui Xin Ng" userId="8919a21b-636c-4af1-bbae-e8e86829590c" providerId="ADAL" clId="{C7797854-3E62-4497-B159-E7F85CB3B86C}" dt="2023-03-07T05:47:53.537" v="1311" actId="478"/>
          <ac:picMkLst>
            <pc:docMk/>
            <pc:sldMk cId="1869210501" sldId="260"/>
            <ac:picMk id="22" creationId="{F2DAD0FE-425F-1CA8-3901-CDB6371B2313}"/>
          </ac:picMkLst>
        </pc:picChg>
        <pc:picChg chg="del">
          <ac:chgData name="Hui Xin Ng" userId="8919a21b-636c-4af1-bbae-e8e86829590c" providerId="ADAL" clId="{C7797854-3E62-4497-B159-E7F85CB3B86C}" dt="2023-03-07T05:47:53.537" v="1311" actId="478"/>
          <ac:picMkLst>
            <pc:docMk/>
            <pc:sldMk cId="1869210501" sldId="260"/>
            <ac:picMk id="25" creationId="{30C7940B-2A2D-30CB-5C52-C4B255856D30}"/>
          </ac:picMkLst>
        </pc:picChg>
        <pc:picChg chg="del">
          <ac:chgData name="Hui Xin Ng" userId="8919a21b-636c-4af1-bbae-e8e86829590c" providerId="ADAL" clId="{C7797854-3E62-4497-B159-E7F85CB3B86C}" dt="2023-03-07T05:47:53.537" v="1311" actId="478"/>
          <ac:picMkLst>
            <pc:docMk/>
            <pc:sldMk cId="1869210501" sldId="260"/>
            <ac:picMk id="30" creationId="{4D7040D7-45CA-FB76-73E8-55AEE3F2BEC7}"/>
          </ac:picMkLst>
        </pc:picChg>
        <pc:picChg chg="del">
          <ac:chgData name="Hui Xin Ng" userId="8919a21b-636c-4af1-bbae-e8e86829590c" providerId="ADAL" clId="{C7797854-3E62-4497-B159-E7F85CB3B86C}" dt="2023-03-07T05:47:53.537" v="1311" actId="478"/>
          <ac:picMkLst>
            <pc:docMk/>
            <pc:sldMk cId="1869210501" sldId="260"/>
            <ac:picMk id="35" creationId="{B43CC159-1341-0281-D430-A291621E1C2B}"/>
          </ac:picMkLst>
        </pc:picChg>
        <pc:picChg chg="del">
          <ac:chgData name="Hui Xin Ng" userId="8919a21b-636c-4af1-bbae-e8e86829590c" providerId="ADAL" clId="{C7797854-3E62-4497-B159-E7F85CB3B86C}" dt="2023-03-07T05:47:53.537" v="1311" actId="478"/>
          <ac:picMkLst>
            <pc:docMk/>
            <pc:sldMk cId="1869210501" sldId="260"/>
            <ac:picMk id="37" creationId="{0DFD6930-A6F3-BE6F-398D-DA26AEEA551A}"/>
          </ac:picMkLst>
        </pc:picChg>
        <pc:picChg chg="del">
          <ac:chgData name="Hui Xin Ng" userId="8919a21b-636c-4af1-bbae-e8e86829590c" providerId="ADAL" clId="{C7797854-3E62-4497-B159-E7F85CB3B86C}" dt="2023-03-07T05:48:04.041" v="1312" actId="478"/>
          <ac:picMkLst>
            <pc:docMk/>
            <pc:sldMk cId="1869210501" sldId="260"/>
            <ac:picMk id="39" creationId="{77A71AB7-DE90-6EF9-C675-2573827E256A}"/>
          </ac:picMkLst>
        </pc:picChg>
        <pc:picChg chg="del">
          <ac:chgData name="Hui Xin Ng" userId="8919a21b-636c-4af1-bbae-e8e86829590c" providerId="ADAL" clId="{C7797854-3E62-4497-B159-E7F85CB3B86C}" dt="2023-03-07T05:48:04.041" v="1312" actId="478"/>
          <ac:picMkLst>
            <pc:docMk/>
            <pc:sldMk cId="1869210501" sldId="260"/>
            <ac:picMk id="41" creationId="{BBAFB5F0-E4D1-9A25-C649-455DD959F770}"/>
          </ac:picMkLst>
        </pc:picChg>
        <pc:picChg chg="del">
          <ac:chgData name="Hui Xin Ng" userId="8919a21b-636c-4af1-bbae-e8e86829590c" providerId="ADAL" clId="{C7797854-3E62-4497-B159-E7F85CB3B86C}" dt="2023-03-07T05:48:04.041" v="1312" actId="478"/>
          <ac:picMkLst>
            <pc:docMk/>
            <pc:sldMk cId="1869210501" sldId="260"/>
            <ac:picMk id="43" creationId="{26A97916-92CC-1159-332B-57C49E37BA41}"/>
          </ac:picMkLst>
        </pc:picChg>
        <pc:picChg chg="del">
          <ac:chgData name="Hui Xin Ng" userId="8919a21b-636c-4af1-bbae-e8e86829590c" providerId="ADAL" clId="{C7797854-3E62-4497-B159-E7F85CB3B86C}" dt="2023-03-07T05:48:04.041" v="1312" actId="478"/>
          <ac:picMkLst>
            <pc:docMk/>
            <pc:sldMk cId="1869210501" sldId="260"/>
            <ac:picMk id="45" creationId="{CB550188-7CCE-2EFF-1D9E-49B18C7276F0}"/>
          </ac:picMkLst>
        </pc:picChg>
        <pc:picChg chg="del">
          <ac:chgData name="Hui Xin Ng" userId="8919a21b-636c-4af1-bbae-e8e86829590c" providerId="ADAL" clId="{C7797854-3E62-4497-B159-E7F85CB3B86C}" dt="2023-03-07T05:48:04.041" v="1312" actId="478"/>
          <ac:picMkLst>
            <pc:docMk/>
            <pc:sldMk cId="1869210501" sldId="260"/>
            <ac:picMk id="47" creationId="{E1D6DAA7-2FAA-07AA-4E37-ECE6CF65B726}"/>
          </ac:picMkLst>
        </pc:picChg>
        <pc:picChg chg="del">
          <ac:chgData name="Hui Xin Ng" userId="8919a21b-636c-4af1-bbae-e8e86829590c" providerId="ADAL" clId="{C7797854-3E62-4497-B159-E7F85CB3B86C}" dt="2023-03-07T05:48:04.041" v="1312" actId="478"/>
          <ac:picMkLst>
            <pc:docMk/>
            <pc:sldMk cId="1869210501" sldId="260"/>
            <ac:picMk id="51" creationId="{446542B1-0359-E9AC-2F09-544C392FFF7F}"/>
          </ac:picMkLst>
        </pc:picChg>
        <pc:extLst>
          <p:ext xmlns:p="http://schemas.openxmlformats.org/presentationml/2006/main" uri="{D6D511B9-2390-475A-947B-AFAB55BFBCF1}">
            <pc226:cmChg xmlns:pc226="http://schemas.microsoft.com/office/powerpoint/2022/06/main/command" chg="add mod">
              <pc226:chgData name="Hui Xin Ng" userId="8919a21b-636c-4af1-bbae-e8e86829590c" providerId="ADAL" clId="{C7797854-3E62-4497-B159-E7F85CB3B86C}" dt="2023-03-08T06:31:16.092" v="5850" actId="478"/>
              <pc2:cmMkLst xmlns:pc2="http://schemas.microsoft.com/office/powerpoint/2019/9/main/command">
                <pc:docMk/>
                <pc:sldMk cId="1869210501" sldId="260"/>
                <pc2:cmMk id="{548C9075-A83F-4F24-857E-FEB28009CD98}"/>
              </pc2:cmMkLst>
            </pc226:cmChg>
          </p:ext>
        </pc:extLst>
      </pc:sldChg>
      <pc:sldChg chg="addSp delSp modSp new mod ord modNotesTx">
        <pc:chgData name="Hui Xin Ng" userId="8919a21b-636c-4af1-bbae-e8e86829590c" providerId="ADAL" clId="{C7797854-3E62-4497-B159-E7F85CB3B86C}" dt="2023-03-07T21:29:38.132" v="4346" actId="1076"/>
        <pc:sldMkLst>
          <pc:docMk/>
          <pc:sldMk cId="1838488772" sldId="261"/>
        </pc:sldMkLst>
        <pc:spChg chg="del">
          <ac:chgData name="Hui Xin Ng" userId="8919a21b-636c-4af1-bbae-e8e86829590c" providerId="ADAL" clId="{C7797854-3E62-4497-B159-E7F85CB3B86C}" dt="2023-03-07T06:10:10.203" v="1314" actId="478"/>
          <ac:spMkLst>
            <pc:docMk/>
            <pc:sldMk cId="1838488772" sldId="261"/>
            <ac:spMk id="2" creationId="{91752062-1A99-4D31-6687-3A33A8E2C7F3}"/>
          </ac:spMkLst>
        </pc:spChg>
        <pc:spChg chg="del">
          <ac:chgData name="Hui Xin Ng" userId="8919a21b-636c-4af1-bbae-e8e86829590c" providerId="ADAL" clId="{C7797854-3E62-4497-B159-E7F85CB3B86C}" dt="2023-03-07T06:10:10.203" v="1314" actId="478"/>
          <ac:spMkLst>
            <pc:docMk/>
            <pc:sldMk cId="1838488772" sldId="261"/>
            <ac:spMk id="3" creationId="{9EE41047-1C8F-DB9A-DD02-21708A6F2319}"/>
          </ac:spMkLst>
        </pc:spChg>
        <pc:spChg chg="del">
          <ac:chgData name="Hui Xin Ng" userId="8919a21b-636c-4af1-bbae-e8e86829590c" providerId="ADAL" clId="{C7797854-3E62-4497-B159-E7F85CB3B86C}" dt="2023-03-07T06:10:10.203" v="1314" actId="478"/>
          <ac:spMkLst>
            <pc:docMk/>
            <pc:sldMk cId="1838488772" sldId="261"/>
            <ac:spMk id="4" creationId="{3A2C9F87-4402-FB25-B610-AAC626BD59AF}"/>
          </ac:spMkLst>
        </pc:spChg>
        <pc:spChg chg="add del">
          <ac:chgData name="Hui Xin Ng" userId="8919a21b-636c-4af1-bbae-e8e86829590c" providerId="ADAL" clId="{C7797854-3E62-4497-B159-E7F85CB3B86C}" dt="2023-03-07T06:10:11.348" v="1316"/>
          <ac:spMkLst>
            <pc:docMk/>
            <pc:sldMk cId="1838488772" sldId="261"/>
            <ac:spMk id="5" creationId="{EFB2976A-7D45-45A4-401C-6A30D3A346F0}"/>
          </ac:spMkLst>
        </pc:spChg>
        <pc:spChg chg="add del">
          <ac:chgData name="Hui Xin Ng" userId="8919a21b-636c-4af1-bbae-e8e86829590c" providerId="ADAL" clId="{C7797854-3E62-4497-B159-E7F85CB3B86C}" dt="2023-03-07T06:23:17.255" v="1318"/>
          <ac:spMkLst>
            <pc:docMk/>
            <pc:sldMk cId="1838488772" sldId="261"/>
            <ac:spMk id="6" creationId="{DB350039-0157-B03D-C142-749088EA5B95}"/>
          </ac:spMkLst>
        </pc:spChg>
        <pc:spChg chg="add del">
          <ac:chgData name="Hui Xin Ng" userId="8919a21b-636c-4af1-bbae-e8e86829590c" providerId="ADAL" clId="{C7797854-3E62-4497-B159-E7F85CB3B86C}" dt="2023-03-07T06:23:22.159" v="1320"/>
          <ac:spMkLst>
            <pc:docMk/>
            <pc:sldMk cId="1838488772" sldId="261"/>
            <ac:spMk id="7" creationId="{0B48A15C-0047-66E5-491C-292F29894D06}"/>
          </ac:spMkLst>
        </pc:spChg>
        <pc:spChg chg="add mod">
          <ac:chgData name="Hui Xin Ng" userId="8919a21b-636c-4af1-bbae-e8e86829590c" providerId="ADAL" clId="{C7797854-3E62-4497-B159-E7F85CB3B86C}" dt="2023-03-07T21:29:38.132" v="4346" actId="1076"/>
          <ac:spMkLst>
            <pc:docMk/>
            <pc:sldMk cId="1838488772" sldId="261"/>
            <ac:spMk id="10" creationId="{FDB11688-2B89-9CE6-E7B6-4F4524C814EB}"/>
          </ac:spMkLst>
        </pc:spChg>
        <pc:picChg chg="add del mod modCrop">
          <ac:chgData name="Hui Xin Ng" userId="8919a21b-636c-4af1-bbae-e8e86829590c" providerId="ADAL" clId="{C7797854-3E62-4497-B159-E7F85CB3B86C}" dt="2023-03-07T06:26:02.671" v="1341" actId="478"/>
          <ac:picMkLst>
            <pc:docMk/>
            <pc:sldMk cId="1838488772" sldId="261"/>
            <ac:picMk id="9" creationId="{A04D276E-E378-83D8-1CB3-67347F26689C}"/>
          </ac:picMkLst>
        </pc:picChg>
        <pc:picChg chg="add mod">
          <ac:chgData name="Hui Xin Ng" userId="8919a21b-636c-4af1-bbae-e8e86829590c" providerId="ADAL" clId="{C7797854-3E62-4497-B159-E7F85CB3B86C}" dt="2023-03-07T21:20:43.477" v="4003" actId="14100"/>
          <ac:picMkLst>
            <pc:docMk/>
            <pc:sldMk cId="1838488772" sldId="261"/>
            <ac:picMk id="1032" creationId="{0D937A6F-87E2-A382-4203-D203E3A52D6D}"/>
          </ac:picMkLst>
        </pc:picChg>
      </pc:sldChg>
      <pc:sldChg chg="addSp delSp modSp add mod ord">
        <pc:chgData name="Hui Xin Ng" userId="8919a21b-636c-4af1-bbae-e8e86829590c" providerId="ADAL" clId="{C7797854-3E62-4497-B159-E7F85CB3B86C}" dt="2023-03-07T21:20:33.709" v="4000" actId="1076"/>
        <pc:sldMkLst>
          <pc:docMk/>
          <pc:sldMk cId="1917650471" sldId="262"/>
        </pc:sldMkLst>
        <pc:spChg chg="add mod">
          <ac:chgData name="Hui Xin Ng" userId="8919a21b-636c-4af1-bbae-e8e86829590c" providerId="ADAL" clId="{C7797854-3E62-4497-B159-E7F85CB3B86C}" dt="2023-03-07T17:13:23.541" v="1773" actId="313"/>
          <ac:spMkLst>
            <pc:docMk/>
            <pc:sldMk cId="1917650471" sldId="262"/>
            <ac:spMk id="4" creationId="{A963756C-5685-6605-0FFE-4C9533BBF876}"/>
          </ac:spMkLst>
        </pc:spChg>
        <pc:picChg chg="add del mod">
          <ac:chgData name="Hui Xin Ng" userId="8919a21b-636c-4af1-bbae-e8e86829590c" providerId="ADAL" clId="{C7797854-3E62-4497-B159-E7F85CB3B86C}" dt="2023-03-07T21:20:11.382" v="3992" actId="478"/>
          <ac:picMkLst>
            <pc:docMk/>
            <pc:sldMk cId="1917650471" sldId="262"/>
            <ac:picMk id="3" creationId="{4F363F8A-9EF8-369A-F777-708819F62E67}"/>
          </ac:picMkLst>
        </pc:picChg>
        <pc:picChg chg="add mod">
          <ac:chgData name="Hui Xin Ng" userId="8919a21b-636c-4af1-bbae-e8e86829590c" providerId="ADAL" clId="{C7797854-3E62-4497-B159-E7F85CB3B86C}" dt="2023-03-07T21:20:33.709" v="4000" actId="1076"/>
          <ac:picMkLst>
            <pc:docMk/>
            <pc:sldMk cId="1917650471" sldId="262"/>
            <ac:picMk id="5" creationId="{369CEB51-57EC-8BA9-905C-F5A3AEE0A352}"/>
          </ac:picMkLst>
        </pc:picChg>
        <pc:picChg chg="del">
          <ac:chgData name="Hui Xin Ng" userId="8919a21b-636c-4af1-bbae-e8e86829590c" providerId="ADAL" clId="{C7797854-3E62-4497-B159-E7F85CB3B86C}" dt="2023-03-07T06:25:23.367" v="1331" actId="478"/>
          <ac:picMkLst>
            <pc:docMk/>
            <pc:sldMk cId="1917650471" sldId="262"/>
            <ac:picMk id="9" creationId="{A04D276E-E378-83D8-1CB3-67347F26689C}"/>
          </ac:picMkLst>
        </pc:picChg>
      </pc:sldChg>
      <pc:sldChg chg="addSp modSp add del mod">
        <pc:chgData name="Hui Xin Ng" userId="8919a21b-636c-4af1-bbae-e8e86829590c" providerId="ADAL" clId="{C7797854-3E62-4497-B159-E7F85CB3B86C}" dt="2023-03-08T05:18:12.408" v="5535" actId="47"/>
        <pc:sldMkLst>
          <pc:docMk/>
          <pc:sldMk cId="3324781072" sldId="263"/>
        </pc:sldMkLst>
        <pc:spChg chg="mod">
          <ac:chgData name="Hui Xin Ng" userId="8919a21b-636c-4af1-bbae-e8e86829590c" providerId="ADAL" clId="{C7797854-3E62-4497-B159-E7F85CB3B86C}" dt="2023-03-07T21:06:52.461" v="3722" actId="20577"/>
          <ac:spMkLst>
            <pc:docMk/>
            <pc:sldMk cId="3324781072" sldId="263"/>
            <ac:spMk id="2" creationId="{34F44460-1BCD-3368-D7BA-CA6E0892236C}"/>
          </ac:spMkLst>
        </pc:spChg>
        <pc:graphicFrameChg chg="modGraphic">
          <ac:chgData name="Hui Xin Ng" userId="8919a21b-636c-4af1-bbae-e8e86829590c" providerId="ADAL" clId="{C7797854-3E62-4497-B159-E7F85CB3B86C}" dt="2023-03-07T21:07:26.664" v="3725" actId="2711"/>
          <ac:graphicFrameMkLst>
            <pc:docMk/>
            <pc:sldMk cId="3324781072" sldId="263"/>
            <ac:graphicFrameMk id="4" creationId="{BD02238A-5226-7468-A1B3-EC3B7CC4E588}"/>
          </ac:graphicFrameMkLst>
        </pc:graphicFrameChg>
        <pc:picChg chg="add mod">
          <ac:chgData name="Hui Xin Ng" userId="8919a21b-636c-4af1-bbae-e8e86829590c" providerId="ADAL" clId="{C7797854-3E62-4497-B159-E7F85CB3B86C}" dt="2023-03-07T18:32:36.052" v="2805" actId="1076"/>
          <ac:picMkLst>
            <pc:docMk/>
            <pc:sldMk cId="3324781072" sldId="263"/>
            <ac:picMk id="7" creationId="{5B237395-C3D2-33D0-D93D-90F26372BDB7}"/>
          </ac:picMkLst>
        </pc:picChg>
      </pc:sldChg>
      <pc:sldChg chg="addSp delSp modSp add mod modShow">
        <pc:chgData name="Hui Xin Ng" userId="8919a21b-636c-4af1-bbae-e8e86829590c" providerId="ADAL" clId="{C7797854-3E62-4497-B159-E7F85CB3B86C}" dt="2023-03-07T23:40:13.250" v="5129" actId="729"/>
        <pc:sldMkLst>
          <pc:docMk/>
          <pc:sldMk cId="2157094420" sldId="264"/>
        </pc:sldMkLst>
        <pc:picChg chg="add mod">
          <ac:chgData name="Hui Xin Ng" userId="8919a21b-636c-4af1-bbae-e8e86829590c" providerId="ADAL" clId="{C7797854-3E62-4497-B159-E7F85CB3B86C}" dt="2023-03-07T21:41:45.971" v="5079" actId="1076"/>
          <ac:picMkLst>
            <pc:docMk/>
            <pc:sldMk cId="2157094420" sldId="264"/>
            <ac:picMk id="4" creationId="{E4819542-2C63-51CF-1F81-819349D46FEF}"/>
          </ac:picMkLst>
        </pc:picChg>
        <pc:picChg chg="del">
          <ac:chgData name="Hui Xin Ng" userId="8919a21b-636c-4af1-bbae-e8e86829590c" providerId="ADAL" clId="{C7797854-3E62-4497-B159-E7F85CB3B86C}" dt="2023-03-07T18:31:07.285" v="2795" actId="478"/>
          <ac:picMkLst>
            <pc:docMk/>
            <pc:sldMk cId="2157094420" sldId="264"/>
            <ac:picMk id="1026" creationId="{28AF106B-7944-ACAD-3255-63ECA38179F0}"/>
          </ac:picMkLst>
        </pc:picChg>
      </pc:sldChg>
      <pc:sldChg chg="addSp delSp modSp add mod ord modNotesTx">
        <pc:chgData name="Hui Xin Ng" userId="8919a21b-636c-4af1-bbae-e8e86829590c" providerId="ADAL" clId="{C7797854-3E62-4497-B159-E7F85CB3B86C}" dt="2023-03-07T21:38:41.795" v="4648" actId="20577"/>
        <pc:sldMkLst>
          <pc:docMk/>
          <pc:sldMk cId="1007912003" sldId="265"/>
        </pc:sldMkLst>
        <pc:spChg chg="add">
          <ac:chgData name="Hui Xin Ng" userId="8919a21b-636c-4af1-bbae-e8e86829590c" providerId="ADAL" clId="{C7797854-3E62-4497-B159-E7F85CB3B86C}" dt="2023-03-07T21:16:47.808" v="3848"/>
          <ac:spMkLst>
            <pc:docMk/>
            <pc:sldMk cId="1007912003" sldId="265"/>
            <ac:spMk id="2" creationId="{E0326092-8A1F-D004-AFC0-12A9F35533A9}"/>
          </ac:spMkLst>
        </pc:spChg>
        <pc:spChg chg="mod">
          <ac:chgData name="Hui Xin Ng" userId="8919a21b-636c-4af1-bbae-e8e86829590c" providerId="ADAL" clId="{C7797854-3E62-4497-B159-E7F85CB3B86C}" dt="2023-03-07T21:17:13.103" v="3873" actId="20577"/>
          <ac:spMkLst>
            <pc:docMk/>
            <pc:sldMk cId="1007912003" sldId="265"/>
            <ac:spMk id="4" creationId="{A963756C-5685-6605-0FFE-4C9533BBF876}"/>
          </ac:spMkLst>
        </pc:spChg>
        <pc:spChg chg="add del mod">
          <ac:chgData name="Hui Xin Ng" userId="8919a21b-636c-4af1-bbae-e8e86829590c" providerId="ADAL" clId="{C7797854-3E62-4497-B159-E7F85CB3B86C}" dt="2023-03-07T21:19:12.470" v="3988" actId="478"/>
          <ac:spMkLst>
            <pc:docMk/>
            <pc:sldMk cId="1007912003" sldId="265"/>
            <ac:spMk id="7" creationId="{35A14177-5459-9F03-478F-367983398F14}"/>
          </ac:spMkLst>
        </pc:spChg>
        <pc:picChg chg="del">
          <ac:chgData name="Hui Xin Ng" userId="8919a21b-636c-4af1-bbae-e8e86829590c" providerId="ADAL" clId="{C7797854-3E62-4497-B159-E7F85CB3B86C}" dt="2023-03-07T21:16:47.518" v="3847" actId="478"/>
          <ac:picMkLst>
            <pc:docMk/>
            <pc:sldMk cId="1007912003" sldId="265"/>
            <ac:picMk id="3" creationId="{4F363F8A-9EF8-369A-F777-708819F62E67}"/>
          </ac:picMkLst>
        </pc:picChg>
        <pc:picChg chg="add del mod">
          <ac:chgData name="Hui Xin Ng" userId="8919a21b-636c-4af1-bbae-e8e86829590c" providerId="ADAL" clId="{C7797854-3E62-4497-B159-E7F85CB3B86C}" dt="2023-03-07T21:19:01.374" v="3986" actId="478"/>
          <ac:picMkLst>
            <pc:docMk/>
            <pc:sldMk cId="1007912003" sldId="265"/>
            <ac:picMk id="6" creationId="{E57DE27D-103B-CCC6-357D-EAA3E438F998}"/>
          </ac:picMkLst>
        </pc:picChg>
        <pc:picChg chg="add mod">
          <ac:chgData name="Hui Xin Ng" userId="8919a21b-636c-4af1-bbae-e8e86829590c" providerId="ADAL" clId="{C7797854-3E62-4497-B159-E7F85CB3B86C}" dt="2023-03-07T21:20:29.301" v="3998" actId="1076"/>
          <ac:picMkLst>
            <pc:docMk/>
            <pc:sldMk cId="1007912003" sldId="265"/>
            <ac:picMk id="9" creationId="{648EA129-2B1C-2DF8-4D7B-7102AAE61A9D}"/>
          </ac:picMkLst>
        </pc:picChg>
      </pc:sldChg>
      <pc:sldChg chg="addSp delSp modSp new mod modShow">
        <pc:chgData name="Hui Xin Ng" userId="8919a21b-636c-4af1-bbae-e8e86829590c" providerId="ADAL" clId="{C7797854-3E62-4497-B159-E7F85CB3B86C}" dt="2023-03-07T23:44:30.816" v="5130" actId="729"/>
        <pc:sldMkLst>
          <pc:docMk/>
          <pc:sldMk cId="3865077220" sldId="266"/>
        </pc:sldMkLst>
        <pc:spChg chg="del">
          <ac:chgData name="Hui Xin Ng" userId="8919a21b-636c-4af1-bbae-e8e86829590c" providerId="ADAL" clId="{C7797854-3E62-4497-B159-E7F85CB3B86C}" dt="2023-03-07T21:23:35.213" v="4050" actId="478"/>
          <ac:spMkLst>
            <pc:docMk/>
            <pc:sldMk cId="3865077220" sldId="266"/>
            <ac:spMk id="2" creationId="{EEEEA6BC-6C2A-B9AF-9D43-0641C25949F1}"/>
          </ac:spMkLst>
        </pc:spChg>
        <pc:spChg chg="del">
          <ac:chgData name="Hui Xin Ng" userId="8919a21b-636c-4af1-bbae-e8e86829590c" providerId="ADAL" clId="{C7797854-3E62-4497-B159-E7F85CB3B86C}" dt="2023-03-07T21:23:35.213" v="4050" actId="478"/>
          <ac:spMkLst>
            <pc:docMk/>
            <pc:sldMk cId="3865077220" sldId="266"/>
            <ac:spMk id="3" creationId="{32D2EB18-9F1A-9962-641F-33E71FCD6E95}"/>
          </ac:spMkLst>
        </pc:spChg>
        <pc:spChg chg="del">
          <ac:chgData name="Hui Xin Ng" userId="8919a21b-636c-4af1-bbae-e8e86829590c" providerId="ADAL" clId="{C7797854-3E62-4497-B159-E7F85CB3B86C}" dt="2023-03-07T21:23:35.213" v="4050" actId="478"/>
          <ac:spMkLst>
            <pc:docMk/>
            <pc:sldMk cId="3865077220" sldId="266"/>
            <ac:spMk id="4" creationId="{D187EF41-85F2-EB75-F4B0-7C1A4DC3C055}"/>
          </ac:spMkLst>
        </pc:spChg>
        <pc:spChg chg="add mod">
          <ac:chgData name="Hui Xin Ng" userId="8919a21b-636c-4af1-bbae-e8e86829590c" providerId="ADAL" clId="{C7797854-3E62-4497-B159-E7F85CB3B86C}" dt="2023-03-07T21:27:23.326" v="4303" actId="255"/>
          <ac:spMkLst>
            <pc:docMk/>
            <pc:sldMk cId="3865077220" sldId="266"/>
            <ac:spMk id="7" creationId="{8E037A90-3CA5-0547-8E8A-0CB5C9B3EC59}"/>
          </ac:spMkLst>
        </pc:spChg>
        <pc:picChg chg="add mod">
          <ac:chgData name="Hui Xin Ng" userId="8919a21b-636c-4af1-bbae-e8e86829590c" providerId="ADAL" clId="{C7797854-3E62-4497-B159-E7F85CB3B86C}" dt="2023-03-07T23:09:01.991" v="5083" actId="14100"/>
          <ac:picMkLst>
            <pc:docMk/>
            <pc:sldMk cId="3865077220" sldId="266"/>
            <ac:picMk id="6" creationId="{D4EE0767-42E4-686D-D660-DDC7BEB1D997}"/>
          </ac:picMkLst>
        </pc:picChg>
      </pc:sldChg>
      <pc:sldChg chg="addSp delSp modSp add mod modNotesTx">
        <pc:chgData name="Hui Xin Ng" userId="8919a21b-636c-4af1-bbae-e8e86829590c" providerId="ADAL" clId="{C7797854-3E62-4497-B159-E7F85CB3B86C}" dt="2023-03-08T01:22:22.364" v="5148" actId="1076"/>
        <pc:sldMkLst>
          <pc:docMk/>
          <pc:sldMk cId="213859426" sldId="267"/>
        </pc:sldMkLst>
        <pc:spChg chg="add del mod">
          <ac:chgData name="Hui Xin Ng" userId="8919a21b-636c-4af1-bbae-e8e86829590c" providerId="ADAL" clId="{C7797854-3E62-4497-B159-E7F85CB3B86C}" dt="2023-03-07T21:26:47.269" v="4289" actId="478"/>
          <ac:spMkLst>
            <pc:docMk/>
            <pc:sldMk cId="213859426" sldId="267"/>
            <ac:spMk id="5" creationId="{CBF7AB3E-58A6-E04C-9DFF-6E442B01B8C5}"/>
          </ac:spMkLst>
        </pc:spChg>
        <pc:spChg chg="add mod">
          <ac:chgData name="Hui Xin Ng" userId="8919a21b-636c-4af1-bbae-e8e86829590c" providerId="ADAL" clId="{C7797854-3E62-4497-B159-E7F85CB3B86C}" dt="2023-03-07T21:39:23.555" v="4649" actId="1076"/>
          <ac:spMkLst>
            <pc:docMk/>
            <pc:sldMk cId="213859426" sldId="267"/>
            <ac:spMk id="7" creationId="{78CB1EEB-39EE-D3E2-4736-56277756715F}"/>
          </ac:spMkLst>
        </pc:spChg>
        <pc:spChg chg="add del">
          <ac:chgData name="Hui Xin Ng" userId="8919a21b-636c-4af1-bbae-e8e86829590c" providerId="ADAL" clId="{C7797854-3E62-4497-B159-E7F85CB3B86C}" dt="2023-03-07T21:27:48.399" v="4305" actId="11529"/>
          <ac:spMkLst>
            <pc:docMk/>
            <pc:sldMk cId="213859426" sldId="267"/>
            <ac:spMk id="8" creationId="{D111BB7D-D0D0-87AA-9F5A-71CD58E068B9}"/>
          </ac:spMkLst>
        </pc:spChg>
        <pc:spChg chg="add mod topLvl">
          <ac:chgData name="Hui Xin Ng" userId="8919a21b-636c-4af1-bbae-e8e86829590c" providerId="ADAL" clId="{C7797854-3E62-4497-B159-E7F85CB3B86C}" dt="2023-03-08T01:22:14.151" v="5144" actId="164"/>
          <ac:spMkLst>
            <pc:docMk/>
            <pc:sldMk cId="213859426" sldId="267"/>
            <ac:spMk id="9" creationId="{5F1FCAE5-673E-61BF-827D-568477CCD908}"/>
          </ac:spMkLst>
        </pc:spChg>
        <pc:grpChg chg="add mod">
          <ac:chgData name="Hui Xin Ng" userId="8919a21b-636c-4af1-bbae-e8e86829590c" providerId="ADAL" clId="{C7797854-3E62-4497-B159-E7F85CB3B86C}" dt="2023-03-08T01:22:22.364" v="5148" actId="1076"/>
          <ac:grpSpMkLst>
            <pc:docMk/>
            <pc:sldMk cId="213859426" sldId="267"/>
            <ac:grpSpMk id="5" creationId="{25D5B23B-846B-6D81-1482-F873E0CD607F}"/>
          </ac:grpSpMkLst>
        </pc:grpChg>
        <pc:grpChg chg="add del mod">
          <ac:chgData name="Hui Xin Ng" userId="8919a21b-636c-4af1-bbae-e8e86829590c" providerId="ADAL" clId="{C7797854-3E62-4497-B159-E7F85CB3B86C}" dt="2023-03-08T01:21:56.101" v="5135" actId="478"/>
          <ac:grpSpMkLst>
            <pc:docMk/>
            <pc:sldMk cId="213859426" sldId="267"/>
            <ac:grpSpMk id="10" creationId="{05C2F131-9D8C-8CBD-195D-2FADD4D3C9DF}"/>
          </ac:grpSpMkLst>
        </pc:grpChg>
        <pc:picChg chg="add del mod topLvl">
          <ac:chgData name="Hui Xin Ng" userId="8919a21b-636c-4af1-bbae-e8e86829590c" providerId="ADAL" clId="{C7797854-3E62-4497-B159-E7F85CB3B86C}" dt="2023-03-08T01:21:56.101" v="5135" actId="478"/>
          <ac:picMkLst>
            <pc:docMk/>
            <pc:sldMk cId="213859426" sldId="267"/>
            <ac:picMk id="3" creationId="{9AFB8099-5459-A713-3CC4-50ADBE282AA9}"/>
          </ac:picMkLst>
        </pc:picChg>
        <pc:picChg chg="add mod ord">
          <ac:chgData name="Hui Xin Ng" userId="8919a21b-636c-4af1-bbae-e8e86829590c" providerId="ADAL" clId="{C7797854-3E62-4497-B159-E7F85CB3B86C}" dt="2023-03-08T01:22:14.151" v="5144" actId="164"/>
          <ac:picMkLst>
            <pc:docMk/>
            <pc:sldMk cId="213859426" sldId="267"/>
            <ac:picMk id="4" creationId="{B4615F95-B6C9-3C1B-EB37-CEA09F7CBD06}"/>
          </ac:picMkLst>
        </pc:picChg>
        <pc:picChg chg="del">
          <ac:chgData name="Hui Xin Ng" userId="8919a21b-636c-4af1-bbae-e8e86829590c" providerId="ADAL" clId="{C7797854-3E62-4497-B159-E7F85CB3B86C}" dt="2023-03-07T21:24:54.133" v="4056" actId="478"/>
          <ac:picMkLst>
            <pc:docMk/>
            <pc:sldMk cId="213859426" sldId="267"/>
            <ac:picMk id="6" creationId="{D4EE0767-42E4-686D-D660-DDC7BEB1D997}"/>
          </ac:picMkLst>
        </pc:picChg>
      </pc:sldChg>
      <pc:sldChg chg="addSp modSp add mod ord modNotesTx">
        <pc:chgData name="Hui Xin Ng" userId="8919a21b-636c-4af1-bbae-e8e86829590c" providerId="ADAL" clId="{C7797854-3E62-4497-B159-E7F85CB3B86C}" dt="2023-03-07T21:37:39.835" v="4419" actId="20577"/>
        <pc:sldMkLst>
          <pc:docMk/>
          <pc:sldMk cId="4083470574" sldId="268"/>
        </pc:sldMkLst>
        <pc:spChg chg="add mod">
          <ac:chgData name="Hui Xin Ng" userId="8919a21b-636c-4af1-bbae-e8e86829590c" providerId="ADAL" clId="{C7797854-3E62-4497-B159-E7F85CB3B86C}" dt="2023-03-07T21:29:08.981" v="4322" actId="164"/>
          <ac:spMkLst>
            <pc:docMk/>
            <pc:sldMk cId="4083470574" sldId="268"/>
            <ac:spMk id="2" creationId="{D6968B87-036C-55EA-FE02-BE017C851B2B}"/>
          </ac:spMkLst>
        </pc:spChg>
        <pc:spChg chg="mod">
          <ac:chgData name="Hui Xin Ng" userId="8919a21b-636c-4af1-bbae-e8e86829590c" providerId="ADAL" clId="{C7797854-3E62-4497-B159-E7F85CB3B86C}" dt="2023-03-07T21:29:28.285" v="4343" actId="20577"/>
          <ac:spMkLst>
            <pc:docMk/>
            <pc:sldMk cId="4083470574" sldId="268"/>
            <ac:spMk id="10" creationId="{FDB11688-2B89-9CE6-E7B6-4F4524C814EB}"/>
          </ac:spMkLst>
        </pc:spChg>
        <pc:grpChg chg="add mod">
          <ac:chgData name="Hui Xin Ng" userId="8919a21b-636c-4af1-bbae-e8e86829590c" providerId="ADAL" clId="{C7797854-3E62-4497-B159-E7F85CB3B86C}" dt="2023-03-07T21:29:08.981" v="4322" actId="164"/>
          <ac:grpSpMkLst>
            <pc:docMk/>
            <pc:sldMk cId="4083470574" sldId="268"/>
            <ac:grpSpMk id="3" creationId="{2DDEA2B3-9AE2-35AE-3264-92642E1BAEF5}"/>
          </ac:grpSpMkLst>
        </pc:grpChg>
        <pc:picChg chg="mod">
          <ac:chgData name="Hui Xin Ng" userId="8919a21b-636c-4af1-bbae-e8e86829590c" providerId="ADAL" clId="{C7797854-3E62-4497-B159-E7F85CB3B86C}" dt="2023-03-07T21:29:08.981" v="4322" actId="164"/>
          <ac:picMkLst>
            <pc:docMk/>
            <pc:sldMk cId="4083470574" sldId="268"/>
            <ac:picMk id="1032" creationId="{0D937A6F-87E2-A382-4203-D203E3A52D6D}"/>
          </ac:picMkLst>
        </pc:picChg>
      </pc:sldChg>
      <pc:sldChg chg="addSp delSp modSp add del mod ord">
        <pc:chgData name="Hui Xin Ng" userId="8919a21b-636c-4af1-bbae-e8e86829590c" providerId="ADAL" clId="{C7797854-3E62-4497-B159-E7F85CB3B86C}" dt="2023-03-08T06:23:44" v="5757" actId="47"/>
        <pc:sldMkLst>
          <pc:docMk/>
          <pc:sldMk cId="2611385617" sldId="269"/>
        </pc:sldMkLst>
        <pc:spChg chg="mod">
          <ac:chgData name="Hui Xin Ng" userId="8919a21b-636c-4af1-bbae-e8e86829590c" providerId="ADAL" clId="{C7797854-3E62-4497-B159-E7F85CB3B86C}" dt="2023-03-08T05:18:02.780" v="5532" actId="20577"/>
          <ac:spMkLst>
            <pc:docMk/>
            <pc:sldMk cId="2611385617" sldId="269"/>
            <ac:spMk id="2" creationId="{34F44460-1BCD-3368-D7BA-CA6E0892236C}"/>
          </ac:spMkLst>
        </pc:spChg>
        <pc:graphicFrameChg chg="mod modGraphic">
          <ac:chgData name="Hui Xin Ng" userId="8919a21b-636c-4af1-bbae-e8e86829590c" providerId="ADAL" clId="{C7797854-3E62-4497-B159-E7F85CB3B86C}" dt="2023-03-08T05:17:25.411" v="5519" actId="20577"/>
          <ac:graphicFrameMkLst>
            <pc:docMk/>
            <pc:sldMk cId="2611385617" sldId="269"/>
            <ac:graphicFrameMk id="61" creationId="{28D1E42A-A652-3141-876E-C9784C79814B}"/>
          </ac:graphicFrameMkLst>
        </pc:graphicFrameChg>
        <pc:picChg chg="add del mod">
          <ac:chgData name="Hui Xin Ng" userId="8919a21b-636c-4af1-bbae-e8e86829590c" providerId="ADAL" clId="{C7797854-3E62-4497-B159-E7F85CB3B86C}" dt="2023-03-08T05:13:55.764" v="5493" actId="478"/>
          <ac:picMkLst>
            <pc:docMk/>
            <pc:sldMk cId="2611385617" sldId="269"/>
            <ac:picMk id="3" creationId="{B07227D8-C036-9E64-6775-51C21C4B2821}"/>
          </ac:picMkLst>
        </pc:picChg>
      </pc:sldChg>
      <pc:sldChg chg="addSp delSp modSp add mod ord">
        <pc:chgData name="Hui Xin Ng" userId="8919a21b-636c-4af1-bbae-e8e86829590c" providerId="ADAL" clId="{C7797854-3E62-4497-B159-E7F85CB3B86C}" dt="2023-03-08T06:22:36.297" v="5750" actId="166"/>
        <pc:sldMkLst>
          <pc:docMk/>
          <pc:sldMk cId="2300524814" sldId="270"/>
        </pc:sldMkLst>
        <pc:spChg chg="del">
          <ac:chgData name="Hui Xin Ng" userId="8919a21b-636c-4af1-bbae-e8e86829590c" providerId="ADAL" clId="{C7797854-3E62-4497-B159-E7F85CB3B86C}" dt="2023-03-08T05:16:23.774" v="5495" actId="478"/>
          <ac:spMkLst>
            <pc:docMk/>
            <pc:sldMk cId="2300524814" sldId="270"/>
            <ac:spMk id="2" creationId="{34F44460-1BCD-3368-D7BA-CA6E0892236C}"/>
          </ac:spMkLst>
        </pc:spChg>
        <pc:spChg chg="add del mod">
          <ac:chgData name="Hui Xin Ng" userId="8919a21b-636c-4af1-bbae-e8e86829590c" providerId="ADAL" clId="{C7797854-3E62-4497-B159-E7F85CB3B86C}" dt="2023-03-08T05:16:28.398" v="5498" actId="478"/>
          <ac:spMkLst>
            <pc:docMk/>
            <pc:sldMk cId="2300524814" sldId="270"/>
            <ac:spMk id="4" creationId="{0A269A94-7729-FD44-B8E4-869AA5C7F0ED}"/>
          </ac:spMkLst>
        </pc:spChg>
        <pc:spChg chg="add mod">
          <ac:chgData name="Hui Xin Ng" userId="8919a21b-636c-4af1-bbae-e8e86829590c" providerId="ADAL" clId="{C7797854-3E62-4497-B159-E7F85CB3B86C}" dt="2023-03-08T05:18:47.948" v="5543" actId="1076"/>
          <ac:spMkLst>
            <pc:docMk/>
            <pc:sldMk cId="2300524814" sldId="270"/>
            <ac:spMk id="5" creationId="{4BF2AAA0-9393-7138-687D-11B56C2BB50B}"/>
          </ac:spMkLst>
        </pc:spChg>
        <pc:spChg chg="add mod">
          <ac:chgData name="Hui Xin Ng" userId="8919a21b-636c-4af1-bbae-e8e86829590c" providerId="ADAL" clId="{C7797854-3E62-4497-B159-E7F85CB3B86C}" dt="2023-03-08T05:18:45.588" v="5542" actId="1076"/>
          <ac:spMkLst>
            <pc:docMk/>
            <pc:sldMk cId="2300524814" sldId="270"/>
            <ac:spMk id="6" creationId="{A2D3AD98-62B8-C7A1-46B5-51C765981015}"/>
          </ac:spMkLst>
        </pc:spChg>
        <pc:graphicFrameChg chg="mod ord modGraphic">
          <ac:chgData name="Hui Xin Ng" userId="8919a21b-636c-4af1-bbae-e8e86829590c" providerId="ADAL" clId="{C7797854-3E62-4497-B159-E7F85CB3B86C}" dt="2023-03-08T06:22:36.297" v="5750" actId="166"/>
          <ac:graphicFrameMkLst>
            <pc:docMk/>
            <pc:sldMk cId="2300524814" sldId="270"/>
            <ac:graphicFrameMk id="61" creationId="{28D1E42A-A652-3141-876E-C9784C79814B}"/>
          </ac:graphicFrameMkLst>
        </pc:graphicFrameChg>
        <pc:graphicFrameChg chg="mod modGraphic">
          <ac:chgData name="Hui Xin Ng" userId="8919a21b-636c-4af1-bbae-e8e86829590c" providerId="ADAL" clId="{C7797854-3E62-4497-B159-E7F85CB3B86C}" dt="2023-03-08T06:21:26.379" v="5735" actId="1076"/>
          <ac:graphicFrameMkLst>
            <pc:docMk/>
            <pc:sldMk cId="2300524814" sldId="270"/>
            <ac:graphicFrameMk id="65" creationId="{D555DF52-CBE7-6AF4-70B1-E9B132167ACF}"/>
          </ac:graphicFrameMkLst>
        </pc:graphicFrameChg>
        <pc:picChg chg="add del mod">
          <ac:chgData name="Hui Xin Ng" userId="8919a21b-636c-4af1-bbae-e8e86829590c" providerId="ADAL" clId="{C7797854-3E62-4497-B159-E7F85CB3B86C}" dt="2023-03-08T05:56:20.344" v="5548"/>
          <ac:picMkLst>
            <pc:docMk/>
            <pc:sldMk cId="2300524814" sldId="270"/>
            <ac:picMk id="8" creationId="{55181D51-864A-1024-66F9-CEF1324D7615}"/>
          </ac:picMkLst>
        </pc:picChg>
        <pc:picChg chg="add mod ord modCrop">
          <ac:chgData name="Hui Xin Ng" userId="8919a21b-636c-4af1-bbae-e8e86829590c" providerId="ADAL" clId="{C7797854-3E62-4497-B159-E7F85CB3B86C}" dt="2023-03-08T06:18:56.071" v="5719" actId="167"/>
          <ac:picMkLst>
            <pc:docMk/>
            <pc:sldMk cId="2300524814" sldId="270"/>
            <ac:picMk id="10" creationId="{943CED17-388D-71BF-D118-8D2E2AD137DA}"/>
          </ac:picMkLst>
        </pc:picChg>
        <pc:picChg chg="add mod ord">
          <ac:chgData name="Hui Xin Ng" userId="8919a21b-636c-4af1-bbae-e8e86829590c" providerId="ADAL" clId="{C7797854-3E62-4497-B159-E7F85CB3B86C}" dt="2023-03-08T06:18:56.071" v="5719" actId="167"/>
          <ac:picMkLst>
            <pc:docMk/>
            <pc:sldMk cId="2300524814" sldId="270"/>
            <ac:picMk id="12" creationId="{3F058A6E-D020-0E32-E948-8A2A5DFDABCD}"/>
          </ac:picMkLst>
        </pc:picChg>
        <pc:picChg chg="add mod ord">
          <ac:chgData name="Hui Xin Ng" userId="8919a21b-636c-4af1-bbae-e8e86829590c" providerId="ADAL" clId="{C7797854-3E62-4497-B159-E7F85CB3B86C}" dt="2023-03-08T06:18:56.071" v="5719" actId="167"/>
          <ac:picMkLst>
            <pc:docMk/>
            <pc:sldMk cId="2300524814" sldId="270"/>
            <ac:picMk id="14" creationId="{14364C81-7C1A-9E80-11B9-6DFF27AB7D5C}"/>
          </ac:picMkLst>
        </pc:picChg>
        <pc:picChg chg="add mod ord">
          <ac:chgData name="Hui Xin Ng" userId="8919a21b-636c-4af1-bbae-e8e86829590c" providerId="ADAL" clId="{C7797854-3E62-4497-B159-E7F85CB3B86C}" dt="2023-03-08T06:18:56.071" v="5719" actId="167"/>
          <ac:picMkLst>
            <pc:docMk/>
            <pc:sldMk cId="2300524814" sldId="270"/>
            <ac:picMk id="16" creationId="{2CA82544-D413-0C8D-D7A4-756B7A96B008}"/>
          </ac:picMkLst>
        </pc:picChg>
        <pc:picChg chg="add mod ord">
          <ac:chgData name="Hui Xin Ng" userId="8919a21b-636c-4af1-bbae-e8e86829590c" providerId="ADAL" clId="{C7797854-3E62-4497-B159-E7F85CB3B86C}" dt="2023-03-08T06:18:56.071" v="5719" actId="167"/>
          <ac:picMkLst>
            <pc:docMk/>
            <pc:sldMk cId="2300524814" sldId="270"/>
            <ac:picMk id="18" creationId="{F6B3D135-6E14-1F8D-89C4-08253408E1C5}"/>
          </ac:picMkLst>
        </pc:picChg>
        <pc:picChg chg="add mod ord">
          <ac:chgData name="Hui Xin Ng" userId="8919a21b-636c-4af1-bbae-e8e86829590c" providerId="ADAL" clId="{C7797854-3E62-4497-B159-E7F85CB3B86C}" dt="2023-03-08T06:18:56.071" v="5719" actId="167"/>
          <ac:picMkLst>
            <pc:docMk/>
            <pc:sldMk cId="2300524814" sldId="270"/>
            <ac:picMk id="20" creationId="{DA61BB6D-6B14-B68F-8BE2-EB33FCFD9863}"/>
          </ac:picMkLst>
        </pc:picChg>
        <pc:picChg chg="add mod ord">
          <ac:chgData name="Hui Xin Ng" userId="8919a21b-636c-4af1-bbae-e8e86829590c" providerId="ADAL" clId="{C7797854-3E62-4497-B159-E7F85CB3B86C}" dt="2023-03-08T06:18:56.071" v="5719" actId="167"/>
          <ac:picMkLst>
            <pc:docMk/>
            <pc:sldMk cId="2300524814" sldId="270"/>
            <ac:picMk id="22" creationId="{93919454-4904-4736-B049-72F91390BF38}"/>
          </ac:picMkLst>
        </pc:picChg>
        <pc:picChg chg="add del mod ord">
          <ac:chgData name="Hui Xin Ng" userId="8919a21b-636c-4af1-bbae-e8e86829590c" providerId="ADAL" clId="{C7797854-3E62-4497-B159-E7F85CB3B86C}" dt="2023-03-08T06:22:14.619" v="5737" actId="478"/>
          <ac:picMkLst>
            <pc:docMk/>
            <pc:sldMk cId="2300524814" sldId="270"/>
            <ac:picMk id="24" creationId="{775AC131-045F-45C5-C118-6296BC4006D9}"/>
          </ac:picMkLst>
        </pc:picChg>
        <pc:picChg chg="add mod ord">
          <ac:chgData name="Hui Xin Ng" userId="8919a21b-636c-4af1-bbae-e8e86829590c" providerId="ADAL" clId="{C7797854-3E62-4497-B159-E7F85CB3B86C}" dt="2023-03-08T06:18:56.071" v="5719" actId="167"/>
          <ac:picMkLst>
            <pc:docMk/>
            <pc:sldMk cId="2300524814" sldId="270"/>
            <ac:picMk id="26" creationId="{556F6481-9C02-3AC9-79E8-3D78DDE909D2}"/>
          </ac:picMkLst>
        </pc:picChg>
        <pc:picChg chg="add mod ord">
          <ac:chgData name="Hui Xin Ng" userId="8919a21b-636c-4af1-bbae-e8e86829590c" providerId="ADAL" clId="{C7797854-3E62-4497-B159-E7F85CB3B86C}" dt="2023-03-08T06:18:56.071" v="5719" actId="167"/>
          <ac:picMkLst>
            <pc:docMk/>
            <pc:sldMk cId="2300524814" sldId="270"/>
            <ac:picMk id="28" creationId="{A39B3C03-11BF-05AD-F6C8-37F7583FB8B1}"/>
          </ac:picMkLst>
        </pc:picChg>
        <pc:picChg chg="add mod ord">
          <ac:chgData name="Hui Xin Ng" userId="8919a21b-636c-4af1-bbae-e8e86829590c" providerId="ADAL" clId="{C7797854-3E62-4497-B159-E7F85CB3B86C}" dt="2023-03-08T06:18:56.071" v="5719" actId="167"/>
          <ac:picMkLst>
            <pc:docMk/>
            <pc:sldMk cId="2300524814" sldId="270"/>
            <ac:picMk id="30" creationId="{615CCCCF-F0DB-4CC0-47FE-50E0BA578624}"/>
          </ac:picMkLst>
        </pc:picChg>
        <pc:picChg chg="add mod ord">
          <ac:chgData name="Hui Xin Ng" userId="8919a21b-636c-4af1-bbae-e8e86829590c" providerId="ADAL" clId="{C7797854-3E62-4497-B159-E7F85CB3B86C}" dt="2023-03-08T06:18:56.071" v="5719" actId="167"/>
          <ac:picMkLst>
            <pc:docMk/>
            <pc:sldMk cId="2300524814" sldId="270"/>
            <ac:picMk id="32" creationId="{B6C1F376-D660-3EE2-90EB-658496CCDA67}"/>
          </ac:picMkLst>
        </pc:picChg>
        <pc:picChg chg="add mod ord">
          <ac:chgData name="Hui Xin Ng" userId="8919a21b-636c-4af1-bbae-e8e86829590c" providerId="ADAL" clId="{C7797854-3E62-4497-B159-E7F85CB3B86C}" dt="2023-03-08T06:18:56.071" v="5719" actId="167"/>
          <ac:picMkLst>
            <pc:docMk/>
            <pc:sldMk cId="2300524814" sldId="270"/>
            <ac:picMk id="34" creationId="{7FFC8A43-2CC7-843E-DCD3-FA84C6428A38}"/>
          </ac:picMkLst>
        </pc:picChg>
        <pc:picChg chg="add mod ord">
          <ac:chgData name="Hui Xin Ng" userId="8919a21b-636c-4af1-bbae-e8e86829590c" providerId="ADAL" clId="{C7797854-3E62-4497-B159-E7F85CB3B86C}" dt="2023-03-08T06:18:56.071" v="5719" actId="167"/>
          <ac:picMkLst>
            <pc:docMk/>
            <pc:sldMk cId="2300524814" sldId="270"/>
            <ac:picMk id="36" creationId="{9B89CD9D-1C60-F29D-38AD-3A838E162948}"/>
          </ac:picMkLst>
        </pc:picChg>
        <pc:picChg chg="add mod ord">
          <ac:chgData name="Hui Xin Ng" userId="8919a21b-636c-4af1-bbae-e8e86829590c" providerId="ADAL" clId="{C7797854-3E62-4497-B159-E7F85CB3B86C}" dt="2023-03-08T06:18:56.071" v="5719" actId="167"/>
          <ac:picMkLst>
            <pc:docMk/>
            <pc:sldMk cId="2300524814" sldId="270"/>
            <ac:picMk id="38" creationId="{BBE6DF04-CB6C-B459-E1FC-82AA8B402D56}"/>
          </ac:picMkLst>
        </pc:picChg>
        <pc:picChg chg="add del mod">
          <ac:chgData name="Hui Xin Ng" userId="8919a21b-636c-4af1-bbae-e8e86829590c" providerId="ADAL" clId="{C7797854-3E62-4497-B159-E7F85CB3B86C}" dt="2023-03-08T06:05:22.109" v="5682" actId="478"/>
          <ac:picMkLst>
            <pc:docMk/>
            <pc:sldMk cId="2300524814" sldId="270"/>
            <ac:picMk id="40" creationId="{3156C217-9CC3-6AD3-C6EA-AC5DEC99A74B}"/>
          </ac:picMkLst>
        </pc:picChg>
        <pc:picChg chg="add mod ord">
          <ac:chgData name="Hui Xin Ng" userId="8919a21b-636c-4af1-bbae-e8e86829590c" providerId="ADAL" clId="{C7797854-3E62-4497-B159-E7F85CB3B86C}" dt="2023-03-08T06:18:56.071" v="5719" actId="167"/>
          <ac:picMkLst>
            <pc:docMk/>
            <pc:sldMk cId="2300524814" sldId="270"/>
            <ac:picMk id="42" creationId="{A5F9ED27-1873-18D7-03D3-1014497477B1}"/>
          </ac:picMkLst>
        </pc:picChg>
        <pc:picChg chg="add mod ord">
          <ac:chgData name="Hui Xin Ng" userId="8919a21b-636c-4af1-bbae-e8e86829590c" providerId="ADAL" clId="{C7797854-3E62-4497-B159-E7F85CB3B86C}" dt="2023-03-08T06:18:56.071" v="5719" actId="167"/>
          <ac:picMkLst>
            <pc:docMk/>
            <pc:sldMk cId="2300524814" sldId="270"/>
            <ac:picMk id="44" creationId="{13EAB5D4-B441-CA47-7F6C-890E3DB5D742}"/>
          </ac:picMkLst>
        </pc:picChg>
        <pc:picChg chg="add mod ord">
          <ac:chgData name="Hui Xin Ng" userId="8919a21b-636c-4af1-bbae-e8e86829590c" providerId="ADAL" clId="{C7797854-3E62-4497-B159-E7F85CB3B86C}" dt="2023-03-08T06:18:56.071" v="5719" actId="167"/>
          <ac:picMkLst>
            <pc:docMk/>
            <pc:sldMk cId="2300524814" sldId="270"/>
            <ac:picMk id="46" creationId="{B5B654D0-5D5F-35E3-0818-59EDFEC70FED}"/>
          </ac:picMkLst>
        </pc:picChg>
        <pc:picChg chg="add del mod">
          <ac:chgData name="Hui Xin Ng" userId="8919a21b-636c-4af1-bbae-e8e86829590c" providerId="ADAL" clId="{C7797854-3E62-4497-B159-E7F85CB3B86C}" dt="2023-03-08T06:16:58.716" v="5706" actId="478"/>
          <ac:picMkLst>
            <pc:docMk/>
            <pc:sldMk cId="2300524814" sldId="270"/>
            <ac:picMk id="48" creationId="{9891DCC2-AA4F-E0F0-B772-874F771656B5}"/>
          </ac:picMkLst>
        </pc:picChg>
        <pc:picChg chg="add mod ord">
          <ac:chgData name="Hui Xin Ng" userId="8919a21b-636c-4af1-bbae-e8e86829590c" providerId="ADAL" clId="{C7797854-3E62-4497-B159-E7F85CB3B86C}" dt="2023-03-08T06:18:56.071" v="5719" actId="167"/>
          <ac:picMkLst>
            <pc:docMk/>
            <pc:sldMk cId="2300524814" sldId="270"/>
            <ac:picMk id="50" creationId="{8A5389DC-C30F-25C5-A967-58C0392940FD}"/>
          </ac:picMkLst>
        </pc:picChg>
        <pc:picChg chg="add mod">
          <ac:chgData name="Hui Xin Ng" userId="8919a21b-636c-4af1-bbae-e8e86829590c" providerId="ADAL" clId="{C7797854-3E62-4497-B159-E7F85CB3B86C}" dt="2023-03-08T06:22:29.004" v="5748" actId="1076"/>
          <ac:picMkLst>
            <pc:docMk/>
            <pc:sldMk cId="2300524814" sldId="270"/>
            <ac:picMk id="52" creationId="{E1CEB7F1-9AF9-31B7-3546-25C5354D31BB}"/>
          </ac:picMkLst>
        </pc:picChg>
      </pc:sldChg>
      <pc:sldChg chg="addSp delSp modSp add mod modAnim">
        <pc:chgData name="Hui Xin Ng" userId="8919a21b-636c-4af1-bbae-e8e86829590c" providerId="ADAL" clId="{C7797854-3E62-4497-B159-E7F85CB3B86C}" dt="2023-03-08T07:09:43.437" v="6071" actId="478"/>
        <pc:sldMkLst>
          <pc:docMk/>
          <pc:sldMk cId="1170120155" sldId="271"/>
        </pc:sldMkLst>
        <pc:spChg chg="mod">
          <ac:chgData name="Hui Xin Ng" userId="8919a21b-636c-4af1-bbae-e8e86829590c" providerId="ADAL" clId="{C7797854-3E62-4497-B159-E7F85CB3B86C}" dt="2023-03-08T06:23:04.509" v="5753" actId="1076"/>
          <ac:spMkLst>
            <pc:docMk/>
            <pc:sldMk cId="1170120155" sldId="271"/>
            <ac:spMk id="5" creationId="{4BF2AAA0-9393-7138-687D-11B56C2BB50B}"/>
          </ac:spMkLst>
        </pc:spChg>
        <pc:spChg chg="mod">
          <ac:chgData name="Hui Xin Ng" userId="8919a21b-636c-4af1-bbae-e8e86829590c" providerId="ADAL" clId="{C7797854-3E62-4497-B159-E7F85CB3B86C}" dt="2023-03-08T06:23:06.187" v="5754" actId="1076"/>
          <ac:spMkLst>
            <pc:docMk/>
            <pc:sldMk cId="1170120155" sldId="271"/>
            <ac:spMk id="6" creationId="{A2D3AD98-62B8-C7A1-46B5-51C765981015}"/>
          </ac:spMkLst>
        </pc:spChg>
        <pc:spChg chg="add mod">
          <ac:chgData name="Hui Xin Ng" userId="8919a21b-636c-4af1-bbae-e8e86829590c" providerId="ADAL" clId="{C7797854-3E62-4497-B159-E7F85CB3B86C}" dt="2023-03-08T06:56:37.511" v="5943" actId="1076"/>
          <ac:spMkLst>
            <pc:docMk/>
            <pc:sldMk cId="1170120155" sldId="271"/>
            <ac:spMk id="31" creationId="{8A39F843-35DF-5289-D7F0-70AE88EF197A}"/>
          </ac:spMkLst>
        </pc:spChg>
        <pc:spChg chg="add mod">
          <ac:chgData name="Hui Xin Ng" userId="8919a21b-636c-4af1-bbae-e8e86829590c" providerId="ADAL" clId="{C7797854-3E62-4497-B159-E7F85CB3B86C}" dt="2023-03-08T06:56:46.502" v="5948" actId="1076"/>
          <ac:spMkLst>
            <pc:docMk/>
            <pc:sldMk cId="1170120155" sldId="271"/>
            <ac:spMk id="33" creationId="{F0669FB1-5053-BCB8-F35B-3ACCAD4346DE}"/>
          </ac:spMkLst>
        </pc:spChg>
        <pc:spChg chg="add mod">
          <ac:chgData name="Hui Xin Ng" userId="8919a21b-636c-4af1-bbae-e8e86829590c" providerId="ADAL" clId="{C7797854-3E62-4497-B159-E7F85CB3B86C}" dt="2023-03-08T06:56:55.744" v="5952" actId="14100"/>
          <ac:spMkLst>
            <pc:docMk/>
            <pc:sldMk cId="1170120155" sldId="271"/>
            <ac:spMk id="35" creationId="{CAD2BB3D-34E4-E32C-616C-4D851769EF3A}"/>
          </ac:spMkLst>
        </pc:spChg>
        <pc:graphicFrameChg chg="modGraphic">
          <ac:chgData name="Hui Xin Ng" userId="8919a21b-636c-4af1-bbae-e8e86829590c" providerId="ADAL" clId="{C7797854-3E62-4497-B159-E7F85CB3B86C}" dt="2023-03-08T07:05:25.401" v="6032" actId="20577"/>
          <ac:graphicFrameMkLst>
            <pc:docMk/>
            <pc:sldMk cId="1170120155" sldId="271"/>
            <ac:graphicFrameMk id="61" creationId="{28D1E42A-A652-3141-876E-C9784C79814B}"/>
          </ac:graphicFrameMkLst>
        </pc:graphicFrameChg>
        <pc:graphicFrameChg chg="modGraphic">
          <ac:chgData name="Hui Xin Ng" userId="8919a21b-636c-4af1-bbae-e8e86829590c" providerId="ADAL" clId="{C7797854-3E62-4497-B159-E7F85CB3B86C}" dt="2023-03-08T07:08:28.201" v="6063" actId="20577"/>
          <ac:graphicFrameMkLst>
            <pc:docMk/>
            <pc:sldMk cId="1170120155" sldId="271"/>
            <ac:graphicFrameMk id="65" creationId="{D555DF52-CBE7-6AF4-70B1-E9B132167ACF}"/>
          </ac:graphicFrameMkLst>
        </pc:graphicFrameChg>
        <pc:picChg chg="add mod">
          <ac:chgData name="Hui Xin Ng" userId="8919a21b-636c-4af1-bbae-e8e86829590c" providerId="ADAL" clId="{C7797854-3E62-4497-B159-E7F85CB3B86C}" dt="2023-03-08T06:23:53.515" v="5761" actId="1076"/>
          <ac:picMkLst>
            <pc:docMk/>
            <pc:sldMk cId="1170120155" sldId="271"/>
            <ac:picMk id="2" creationId="{A3EE20BC-483F-C510-706A-C18A0F9D9B35}"/>
          </ac:picMkLst>
        </pc:picChg>
        <pc:picChg chg="add mod">
          <ac:chgData name="Hui Xin Ng" userId="8919a21b-636c-4af1-bbae-e8e86829590c" providerId="ADAL" clId="{C7797854-3E62-4497-B159-E7F85CB3B86C}" dt="2023-03-08T06:24:11.482" v="5767" actId="1076"/>
          <ac:picMkLst>
            <pc:docMk/>
            <pc:sldMk cId="1170120155" sldId="271"/>
            <ac:picMk id="3" creationId="{9C78F0DF-8B8A-0204-6632-5BE0A96C226B}"/>
          </ac:picMkLst>
        </pc:picChg>
        <pc:picChg chg="add mod">
          <ac:chgData name="Hui Xin Ng" userId="8919a21b-636c-4af1-bbae-e8e86829590c" providerId="ADAL" clId="{C7797854-3E62-4497-B159-E7F85CB3B86C}" dt="2023-03-08T06:24:21.131" v="5771" actId="1076"/>
          <ac:picMkLst>
            <pc:docMk/>
            <pc:sldMk cId="1170120155" sldId="271"/>
            <ac:picMk id="4" creationId="{751D600B-9330-D0B0-938D-90A043DD5277}"/>
          </ac:picMkLst>
        </pc:picChg>
        <pc:picChg chg="add mod">
          <ac:chgData name="Hui Xin Ng" userId="8919a21b-636c-4af1-bbae-e8e86829590c" providerId="ADAL" clId="{C7797854-3E62-4497-B159-E7F85CB3B86C}" dt="2023-03-08T06:24:34.379" v="5775" actId="14100"/>
          <ac:picMkLst>
            <pc:docMk/>
            <pc:sldMk cId="1170120155" sldId="271"/>
            <ac:picMk id="7" creationId="{BB32ECF1-4A2A-3274-F544-45A1ECBBDD14}"/>
          </ac:picMkLst>
        </pc:picChg>
        <pc:picChg chg="add mod">
          <ac:chgData name="Hui Xin Ng" userId="8919a21b-636c-4af1-bbae-e8e86829590c" providerId="ADAL" clId="{C7797854-3E62-4497-B159-E7F85CB3B86C}" dt="2023-03-08T06:24:52.683" v="5779" actId="1076"/>
          <ac:picMkLst>
            <pc:docMk/>
            <pc:sldMk cId="1170120155" sldId="271"/>
            <ac:picMk id="8" creationId="{64379D30-3B28-1EC7-EE1C-C14953C43C2F}"/>
          </ac:picMkLst>
        </pc:picChg>
        <pc:picChg chg="add mod">
          <ac:chgData name="Hui Xin Ng" userId="8919a21b-636c-4af1-bbae-e8e86829590c" providerId="ADAL" clId="{C7797854-3E62-4497-B159-E7F85CB3B86C}" dt="2023-03-08T06:25:03.820" v="5783" actId="1076"/>
          <ac:picMkLst>
            <pc:docMk/>
            <pc:sldMk cId="1170120155" sldId="271"/>
            <ac:picMk id="9" creationId="{A84D0415-9618-DA22-05D6-9095FFD22EB9}"/>
          </ac:picMkLst>
        </pc:picChg>
        <pc:picChg chg="add mod">
          <ac:chgData name="Hui Xin Ng" userId="8919a21b-636c-4af1-bbae-e8e86829590c" providerId="ADAL" clId="{C7797854-3E62-4497-B159-E7F85CB3B86C}" dt="2023-03-08T06:25:21.843" v="5790" actId="1076"/>
          <ac:picMkLst>
            <pc:docMk/>
            <pc:sldMk cId="1170120155" sldId="271"/>
            <ac:picMk id="11" creationId="{E6B65BC4-B57A-0B03-D51F-D447B6E29064}"/>
          </ac:picMkLst>
        </pc:picChg>
        <pc:picChg chg="add mod">
          <ac:chgData name="Hui Xin Ng" userId="8919a21b-636c-4af1-bbae-e8e86829590c" providerId="ADAL" clId="{C7797854-3E62-4497-B159-E7F85CB3B86C}" dt="2023-03-08T06:25:37.972" v="5794" actId="1076"/>
          <ac:picMkLst>
            <pc:docMk/>
            <pc:sldMk cId="1170120155" sldId="271"/>
            <ac:picMk id="13" creationId="{65E43D16-54E0-89C5-0FD2-2675384704E5}"/>
          </ac:picMkLst>
        </pc:picChg>
        <pc:picChg chg="add mod">
          <ac:chgData name="Hui Xin Ng" userId="8919a21b-636c-4af1-bbae-e8e86829590c" providerId="ADAL" clId="{C7797854-3E62-4497-B159-E7F85CB3B86C}" dt="2023-03-08T06:25:56.220" v="5800" actId="1076"/>
          <ac:picMkLst>
            <pc:docMk/>
            <pc:sldMk cId="1170120155" sldId="271"/>
            <ac:picMk id="15" creationId="{CE381A1A-ED6C-2AC7-9BBA-EF2C5608476B}"/>
          </ac:picMkLst>
        </pc:picChg>
        <pc:picChg chg="add del mod">
          <ac:chgData name="Hui Xin Ng" userId="8919a21b-636c-4af1-bbae-e8e86829590c" providerId="ADAL" clId="{C7797854-3E62-4497-B159-E7F85CB3B86C}" dt="2023-03-08T07:07:50.165" v="6040" actId="478"/>
          <ac:picMkLst>
            <pc:docMk/>
            <pc:sldMk cId="1170120155" sldId="271"/>
            <ac:picMk id="17" creationId="{DAA2B1DF-AC81-F02A-8F2D-31CA288E4E4C}"/>
          </ac:picMkLst>
        </pc:picChg>
        <pc:picChg chg="add mod">
          <ac:chgData name="Hui Xin Ng" userId="8919a21b-636c-4af1-bbae-e8e86829590c" providerId="ADAL" clId="{C7797854-3E62-4497-B159-E7F85CB3B86C}" dt="2023-03-08T07:09:26.029" v="6067" actId="1076"/>
          <ac:picMkLst>
            <pc:docMk/>
            <pc:sldMk cId="1170120155" sldId="271"/>
            <ac:picMk id="19" creationId="{AAFE139C-2ED3-2615-E211-CFF3444C9681}"/>
          </ac:picMkLst>
        </pc:picChg>
        <pc:picChg chg="add mod">
          <ac:chgData name="Hui Xin Ng" userId="8919a21b-636c-4af1-bbae-e8e86829590c" providerId="ADAL" clId="{C7797854-3E62-4497-B159-E7F85CB3B86C}" dt="2023-03-08T06:26:58.731" v="5814" actId="1076"/>
          <ac:picMkLst>
            <pc:docMk/>
            <pc:sldMk cId="1170120155" sldId="271"/>
            <ac:picMk id="21" creationId="{78CB0487-A22C-A647-5770-099F853EA92A}"/>
          </ac:picMkLst>
        </pc:picChg>
        <pc:picChg chg="add mod">
          <ac:chgData name="Hui Xin Ng" userId="8919a21b-636c-4af1-bbae-e8e86829590c" providerId="ADAL" clId="{C7797854-3E62-4497-B159-E7F85CB3B86C}" dt="2023-03-08T07:09:22.260" v="6066" actId="1076"/>
          <ac:picMkLst>
            <pc:docMk/>
            <pc:sldMk cId="1170120155" sldId="271"/>
            <ac:picMk id="23" creationId="{7A7C85DE-FA82-50C2-0C07-E5651938963F}"/>
          </ac:picMkLst>
        </pc:picChg>
        <pc:picChg chg="add mod">
          <ac:chgData name="Hui Xin Ng" userId="8919a21b-636c-4af1-bbae-e8e86829590c" providerId="ADAL" clId="{C7797854-3E62-4497-B159-E7F85CB3B86C}" dt="2023-03-08T06:29:21.755" v="5827" actId="1076"/>
          <ac:picMkLst>
            <pc:docMk/>
            <pc:sldMk cId="1170120155" sldId="271"/>
            <ac:picMk id="24" creationId="{271078AC-C726-F83B-8692-CC2DF1DC5BA8}"/>
          </ac:picMkLst>
        </pc:picChg>
        <pc:picChg chg="add mod ord">
          <ac:chgData name="Hui Xin Ng" userId="8919a21b-636c-4af1-bbae-e8e86829590c" providerId="ADAL" clId="{C7797854-3E62-4497-B159-E7F85CB3B86C}" dt="2023-03-08T06:29:44.567" v="5837" actId="167"/>
          <ac:picMkLst>
            <pc:docMk/>
            <pc:sldMk cId="1170120155" sldId="271"/>
            <ac:picMk id="25" creationId="{2615012D-BA41-9305-FD3E-E076D7261334}"/>
          </ac:picMkLst>
        </pc:picChg>
        <pc:picChg chg="add mod ord">
          <ac:chgData name="Hui Xin Ng" userId="8919a21b-636c-4af1-bbae-e8e86829590c" providerId="ADAL" clId="{C7797854-3E62-4497-B159-E7F85CB3B86C}" dt="2023-03-08T06:30:02.095" v="5844" actId="167"/>
          <ac:picMkLst>
            <pc:docMk/>
            <pc:sldMk cId="1170120155" sldId="271"/>
            <ac:picMk id="27" creationId="{AB4C6DAB-E33C-AB83-EBE5-C5D3150F5C77}"/>
          </ac:picMkLst>
        </pc:picChg>
        <pc:picChg chg="add mod ord">
          <ac:chgData name="Hui Xin Ng" userId="8919a21b-636c-4af1-bbae-e8e86829590c" providerId="ADAL" clId="{C7797854-3E62-4497-B159-E7F85CB3B86C}" dt="2023-03-08T06:30:31.447" v="5848" actId="167"/>
          <ac:picMkLst>
            <pc:docMk/>
            <pc:sldMk cId="1170120155" sldId="271"/>
            <ac:picMk id="29" creationId="{3BE389BB-7D98-F92D-8ADE-74DDD19F8108}"/>
          </ac:picMkLst>
        </pc:picChg>
        <pc:picChg chg="add del mod">
          <ac:chgData name="Hui Xin Ng" userId="8919a21b-636c-4af1-bbae-e8e86829590c" providerId="ADAL" clId="{C7797854-3E62-4497-B159-E7F85CB3B86C}" dt="2023-03-08T07:09:43.437" v="6071" actId="478"/>
          <ac:picMkLst>
            <pc:docMk/>
            <pc:sldMk cId="1170120155" sldId="271"/>
            <ac:picMk id="37" creationId="{FDE197B3-B2C2-5A6B-477D-596AA0D6D87B}"/>
          </ac:picMkLst>
        </pc:picChg>
      </pc:sldChg>
      <pc:sldChg chg="addSp delSp modSp add mod modNotesTx">
        <pc:chgData name="Hui Xin Ng" userId="8919a21b-636c-4af1-bbae-e8e86829590c" providerId="ADAL" clId="{C7797854-3E62-4497-B159-E7F85CB3B86C}" dt="2023-03-08T07:14:56.868" v="6228" actId="20577"/>
        <pc:sldMkLst>
          <pc:docMk/>
          <pc:sldMk cId="2591460189" sldId="272"/>
        </pc:sldMkLst>
        <pc:spChg chg="del">
          <ac:chgData name="Hui Xin Ng" userId="8919a21b-636c-4af1-bbae-e8e86829590c" providerId="ADAL" clId="{C7797854-3E62-4497-B159-E7F85CB3B86C}" dt="2023-03-08T06:31:19.170" v="5851" actId="478"/>
          <ac:spMkLst>
            <pc:docMk/>
            <pc:sldMk cId="2591460189" sldId="272"/>
            <ac:spMk id="5" creationId="{4BF2AAA0-9393-7138-687D-11B56C2BB50B}"/>
          </ac:spMkLst>
        </pc:spChg>
        <pc:spChg chg="add mod">
          <ac:chgData name="Hui Xin Ng" userId="8919a21b-636c-4af1-bbae-e8e86829590c" providerId="ADAL" clId="{C7797854-3E62-4497-B159-E7F85CB3B86C}" dt="2023-03-08T06:31:21.867" v="5853" actId="1076"/>
          <ac:spMkLst>
            <pc:docMk/>
            <pc:sldMk cId="2591460189" sldId="272"/>
            <ac:spMk id="31" creationId="{91CC171C-E857-960C-EE48-8926365E0D6A}"/>
          </ac:spMkLst>
        </pc:spChg>
        <pc:graphicFrameChg chg="ord modGraphic">
          <ac:chgData name="Hui Xin Ng" userId="8919a21b-636c-4af1-bbae-e8e86829590c" providerId="ADAL" clId="{C7797854-3E62-4497-B159-E7F85CB3B86C}" dt="2023-03-08T07:14:21.924" v="6153" actId="20577"/>
          <ac:graphicFrameMkLst>
            <pc:docMk/>
            <pc:sldMk cId="2591460189" sldId="272"/>
            <ac:graphicFrameMk id="61" creationId="{28D1E42A-A652-3141-876E-C9784C79814B}"/>
          </ac:graphicFrameMkLst>
        </pc:graphicFrameChg>
        <pc:graphicFrameChg chg="ord modGraphic">
          <ac:chgData name="Hui Xin Ng" userId="8919a21b-636c-4af1-bbae-e8e86829590c" providerId="ADAL" clId="{C7797854-3E62-4497-B159-E7F85CB3B86C}" dt="2023-03-08T07:14:08.853" v="6149" actId="20577"/>
          <ac:graphicFrameMkLst>
            <pc:docMk/>
            <pc:sldMk cId="2591460189" sldId="272"/>
            <ac:graphicFrameMk id="65" creationId="{D555DF52-CBE7-6AF4-70B1-E9B132167ACF}"/>
          </ac:graphicFrameMkLst>
        </pc:graphicFrameChg>
        <pc:picChg chg="del">
          <ac:chgData name="Hui Xin Ng" userId="8919a21b-636c-4af1-bbae-e8e86829590c" providerId="ADAL" clId="{C7797854-3E62-4497-B159-E7F85CB3B86C}" dt="2023-03-08T06:31:46.275" v="5856" actId="478"/>
          <ac:picMkLst>
            <pc:docMk/>
            <pc:sldMk cId="2591460189" sldId="272"/>
            <ac:picMk id="2" creationId="{A3EE20BC-483F-C510-706A-C18A0F9D9B35}"/>
          </ac:picMkLst>
        </pc:picChg>
        <pc:picChg chg="del">
          <ac:chgData name="Hui Xin Ng" userId="8919a21b-636c-4af1-bbae-e8e86829590c" providerId="ADAL" clId="{C7797854-3E62-4497-B159-E7F85CB3B86C}" dt="2023-03-08T06:31:46.275" v="5856" actId="478"/>
          <ac:picMkLst>
            <pc:docMk/>
            <pc:sldMk cId="2591460189" sldId="272"/>
            <ac:picMk id="3" creationId="{9C78F0DF-8B8A-0204-6632-5BE0A96C226B}"/>
          </ac:picMkLst>
        </pc:picChg>
        <pc:picChg chg="del">
          <ac:chgData name="Hui Xin Ng" userId="8919a21b-636c-4af1-bbae-e8e86829590c" providerId="ADAL" clId="{C7797854-3E62-4497-B159-E7F85CB3B86C}" dt="2023-03-08T06:31:46.275" v="5856" actId="478"/>
          <ac:picMkLst>
            <pc:docMk/>
            <pc:sldMk cId="2591460189" sldId="272"/>
            <ac:picMk id="4" creationId="{751D600B-9330-D0B0-938D-90A043DD5277}"/>
          </ac:picMkLst>
        </pc:picChg>
        <pc:picChg chg="del">
          <ac:chgData name="Hui Xin Ng" userId="8919a21b-636c-4af1-bbae-e8e86829590c" providerId="ADAL" clId="{C7797854-3E62-4497-B159-E7F85CB3B86C}" dt="2023-03-08T06:31:46.275" v="5856" actId="478"/>
          <ac:picMkLst>
            <pc:docMk/>
            <pc:sldMk cId="2591460189" sldId="272"/>
            <ac:picMk id="7" creationId="{BB32ECF1-4A2A-3274-F544-45A1ECBBDD14}"/>
          </ac:picMkLst>
        </pc:picChg>
        <pc:picChg chg="del">
          <ac:chgData name="Hui Xin Ng" userId="8919a21b-636c-4af1-bbae-e8e86829590c" providerId="ADAL" clId="{C7797854-3E62-4497-B159-E7F85CB3B86C}" dt="2023-03-08T06:31:46.275" v="5856" actId="478"/>
          <ac:picMkLst>
            <pc:docMk/>
            <pc:sldMk cId="2591460189" sldId="272"/>
            <ac:picMk id="8" creationId="{64379D30-3B28-1EC7-EE1C-C14953C43C2F}"/>
          </ac:picMkLst>
        </pc:picChg>
        <pc:picChg chg="del">
          <ac:chgData name="Hui Xin Ng" userId="8919a21b-636c-4af1-bbae-e8e86829590c" providerId="ADAL" clId="{C7797854-3E62-4497-B159-E7F85CB3B86C}" dt="2023-03-08T06:31:46.275" v="5856" actId="478"/>
          <ac:picMkLst>
            <pc:docMk/>
            <pc:sldMk cId="2591460189" sldId="272"/>
            <ac:picMk id="9" creationId="{A84D0415-9618-DA22-05D6-9095FFD22EB9}"/>
          </ac:picMkLst>
        </pc:picChg>
        <pc:picChg chg="del">
          <ac:chgData name="Hui Xin Ng" userId="8919a21b-636c-4af1-bbae-e8e86829590c" providerId="ADAL" clId="{C7797854-3E62-4497-B159-E7F85CB3B86C}" dt="2023-03-08T06:31:46.275" v="5856" actId="478"/>
          <ac:picMkLst>
            <pc:docMk/>
            <pc:sldMk cId="2591460189" sldId="272"/>
            <ac:picMk id="11" creationId="{E6B65BC4-B57A-0B03-D51F-D447B6E29064}"/>
          </ac:picMkLst>
        </pc:picChg>
        <pc:picChg chg="del">
          <ac:chgData name="Hui Xin Ng" userId="8919a21b-636c-4af1-bbae-e8e86829590c" providerId="ADAL" clId="{C7797854-3E62-4497-B159-E7F85CB3B86C}" dt="2023-03-08T06:31:46.275" v="5856" actId="478"/>
          <ac:picMkLst>
            <pc:docMk/>
            <pc:sldMk cId="2591460189" sldId="272"/>
            <ac:picMk id="13" creationId="{65E43D16-54E0-89C5-0FD2-2675384704E5}"/>
          </ac:picMkLst>
        </pc:picChg>
        <pc:picChg chg="del">
          <ac:chgData name="Hui Xin Ng" userId="8919a21b-636c-4af1-bbae-e8e86829590c" providerId="ADAL" clId="{C7797854-3E62-4497-B159-E7F85CB3B86C}" dt="2023-03-08T06:31:46.275" v="5856" actId="478"/>
          <ac:picMkLst>
            <pc:docMk/>
            <pc:sldMk cId="2591460189" sldId="272"/>
            <ac:picMk id="15" creationId="{CE381A1A-ED6C-2AC7-9BBA-EF2C5608476B}"/>
          </ac:picMkLst>
        </pc:picChg>
        <pc:picChg chg="del">
          <ac:chgData name="Hui Xin Ng" userId="8919a21b-636c-4af1-bbae-e8e86829590c" providerId="ADAL" clId="{C7797854-3E62-4497-B159-E7F85CB3B86C}" dt="2023-03-08T06:31:46.275" v="5856" actId="478"/>
          <ac:picMkLst>
            <pc:docMk/>
            <pc:sldMk cId="2591460189" sldId="272"/>
            <ac:picMk id="17" creationId="{DAA2B1DF-AC81-F02A-8F2D-31CA288E4E4C}"/>
          </ac:picMkLst>
        </pc:picChg>
        <pc:picChg chg="del">
          <ac:chgData name="Hui Xin Ng" userId="8919a21b-636c-4af1-bbae-e8e86829590c" providerId="ADAL" clId="{C7797854-3E62-4497-B159-E7F85CB3B86C}" dt="2023-03-08T06:31:46.275" v="5856" actId="478"/>
          <ac:picMkLst>
            <pc:docMk/>
            <pc:sldMk cId="2591460189" sldId="272"/>
            <ac:picMk id="19" creationId="{AAFE139C-2ED3-2615-E211-CFF3444C9681}"/>
          </ac:picMkLst>
        </pc:picChg>
        <pc:picChg chg="del">
          <ac:chgData name="Hui Xin Ng" userId="8919a21b-636c-4af1-bbae-e8e86829590c" providerId="ADAL" clId="{C7797854-3E62-4497-B159-E7F85CB3B86C}" dt="2023-03-08T06:31:46.275" v="5856" actId="478"/>
          <ac:picMkLst>
            <pc:docMk/>
            <pc:sldMk cId="2591460189" sldId="272"/>
            <ac:picMk id="21" creationId="{78CB0487-A22C-A647-5770-099F853EA92A}"/>
          </ac:picMkLst>
        </pc:picChg>
        <pc:picChg chg="del">
          <ac:chgData name="Hui Xin Ng" userId="8919a21b-636c-4af1-bbae-e8e86829590c" providerId="ADAL" clId="{C7797854-3E62-4497-B159-E7F85CB3B86C}" dt="2023-03-08T06:31:48.202" v="5857" actId="478"/>
          <ac:picMkLst>
            <pc:docMk/>
            <pc:sldMk cId="2591460189" sldId="272"/>
            <ac:picMk id="23" creationId="{7A7C85DE-FA82-50C2-0C07-E5651938963F}"/>
          </ac:picMkLst>
        </pc:picChg>
        <pc:picChg chg="del">
          <ac:chgData name="Hui Xin Ng" userId="8919a21b-636c-4af1-bbae-e8e86829590c" providerId="ADAL" clId="{C7797854-3E62-4497-B159-E7F85CB3B86C}" dt="2023-03-08T06:31:46.275" v="5856" actId="478"/>
          <ac:picMkLst>
            <pc:docMk/>
            <pc:sldMk cId="2591460189" sldId="272"/>
            <ac:picMk id="24" creationId="{271078AC-C726-F83B-8692-CC2DF1DC5BA8}"/>
          </ac:picMkLst>
        </pc:picChg>
        <pc:picChg chg="del">
          <ac:chgData name="Hui Xin Ng" userId="8919a21b-636c-4af1-bbae-e8e86829590c" providerId="ADAL" clId="{C7797854-3E62-4497-B159-E7F85CB3B86C}" dt="2023-03-08T06:31:46.275" v="5856" actId="478"/>
          <ac:picMkLst>
            <pc:docMk/>
            <pc:sldMk cId="2591460189" sldId="272"/>
            <ac:picMk id="25" creationId="{2615012D-BA41-9305-FD3E-E076D7261334}"/>
          </ac:picMkLst>
        </pc:picChg>
        <pc:picChg chg="del">
          <ac:chgData name="Hui Xin Ng" userId="8919a21b-636c-4af1-bbae-e8e86829590c" providerId="ADAL" clId="{C7797854-3E62-4497-B159-E7F85CB3B86C}" dt="2023-03-08T06:31:46.275" v="5856" actId="478"/>
          <ac:picMkLst>
            <pc:docMk/>
            <pc:sldMk cId="2591460189" sldId="272"/>
            <ac:picMk id="27" creationId="{AB4C6DAB-E33C-AB83-EBE5-C5D3150F5C77}"/>
          </ac:picMkLst>
        </pc:picChg>
        <pc:picChg chg="del">
          <ac:chgData name="Hui Xin Ng" userId="8919a21b-636c-4af1-bbae-e8e86829590c" providerId="ADAL" clId="{C7797854-3E62-4497-B159-E7F85CB3B86C}" dt="2023-03-08T06:31:46.275" v="5856" actId="478"/>
          <ac:picMkLst>
            <pc:docMk/>
            <pc:sldMk cId="2591460189" sldId="272"/>
            <ac:picMk id="29" creationId="{3BE389BB-7D98-F92D-8ADE-74DDD19F8108}"/>
          </ac:picMkLst>
        </pc:picChg>
        <pc:picChg chg="add mod">
          <ac:chgData name="Hui Xin Ng" userId="8919a21b-636c-4af1-bbae-e8e86829590c" providerId="ADAL" clId="{C7797854-3E62-4497-B159-E7F85CB3B86C}" dt="2023-03-08T06:32:27.474" v="5867" actId="1076"/>
          <ac:picMkLst>
            <pc:docMk/>
            <pc:sldMk cId="2591460189" sldId="272"/>
            <ac:picMk id="35" creationId="{8275FBEE-7AE2-4096-699D-2CF289DDF750}"/>
          </ac:picMkLst>
        </pc:picChg>
        <pc:picChg chg="add mod">
          <ac:chgData name="Hui Xin Ng" userId="8919a21b-636c-4af1-bbae-e8e86829590c" providerId="ADAL" clId="{C7797854-3E62-4497-B159-E7F85CB3B86C}" dt="2023-03-08T06:32:34.819" v="5874" actId="1076"/>
          <ac:picMkLst>
            <pc:docMk/>
            <pc:sldMk cId="2591460189" sldId="272"/>
            <ac:picMk id="39" creationId="{55D585D4-22FC-D6C3-A7C9-57E270C71E7A}"/>
          </ac:picMkLst>
        </pc:picChg>
        <pc:picChg chg="add mod">
          <ac:chgData name="Hui Xin Ng" userId="8919a21b-636c-4af1-bbae-e8e86829590c" providerId="ADAL" clId="{C7797854-3E62-4497-B159-E7F85CB3B86C}" dt="2023-03-08T06:32:43.658" v="5880" actId="1076"/>
          <ac:picMkLst>
            <pc:docMk/>
            <pc:sldMk cId="2591460189" sldId="272"/>
            <ac:picMk id="41" creationId="{5AFF2CDE-6D48-2E28-DC2B-EBBB64509D57}"/>
          </ac:picMkLst>
        </pc:picChg>
        <pc:picChg chg="add mod">
          <ac:chgData name="Hui Xin Ng" userId="8919a21b-636c-4af1-bbae-e8e86829590c" providerId="ADAL" clId="{C7797854-3E62-4497-B159-E7F85CB3B86C}" dt="2023-03-08T06:32:50.506" v="5886" actId="1076"/>
          <ac:picMkLst>
            <pc:docMk/>
            <pc:sldMk cId="2591460189" sldId="272"/>
            <ac:picMk id="45" creationId="{7E22EA60-398C-38AD-9B85-AFE46E14D3B0}"/>
          </ac:picMkLst>
        </pc:picChg>
        <pc:picChg chg="add mod">
          <ac:chgData name="Hui Xin Ng" userId="8919a21b-636c-4af1-bbae-e8e86829590c" providerId="ADAL" clId="{C7797854-3E62-4497-B159-E7F85CB3B86C}" dt="2023-03-08T06:33:00.593" v="5891" actId="1076"/>
          <ac:picMkLst>
            <pc:docMk/>
            <pc:sldMk cId="2591460189" sldId="272"/>
            <ac:picMk id="48" creationId="{5BE34FC2-4DC5-11BD-888B-71CC6B588348}"/>
          </ac:picMkLst>
        </pc:picChg>
        <pc:picChg chg="add mod">
          <ac:chgData name="Hui Xin Ng" userId="8919a21b-636c-4af1-bbae-e8e86829590c" providerId="ADAL" clId="{C7797854-3E62-4497-B159-E7F85CB3B86C}" dt="2023-03-08T06:33:11.139" v="5897" actId="1076"/>
          <ac:picMkLst>
            <pc:docMk/>
            <pc:sldMk cId="2591460189" sldId="272"/>
            <ac:picMk id="51" creationId="{757913F3-36B3-C9BF-F363-DD984C434E31}"/>
          </ac:picMkLst>
        </pc:picChg>
        <pc:picChg chg="add mod">
          <ac:chgData name="Hui Xin Ng" userId="8919a21b-636c-4af1-bbae-e8e86829590c" providerId="ADAL" clId="{C7797854-3E62-4497-B159-E7F85CB3B86C}" dt="2023-03-08T06:33:17.139" v="5902" actId="1076"/>
          <ac:picMkLst>
            <pc:docMk/>
            <pc:sldMk cId="2591460189" sldId="272"/>
            <ac:picMk id="54" creationId="{B0C05403-5EF2-F19B-7744-FEFF5617BDF2}"/>
          </ac:picMkLst>
        </pc:picChg>
        <pc:picChg chg="add mod">
          <ac:chgData name="Hui Xin Ng" userId="8919a21b-636c-4af1-bbae-e8e86829590c" providerId="ADAL" clId="{C7797854-3E62-4497-B159-E7F85CB3B86C}" dt="2023-03-08T06:33:27.314" v="5908" actId="1076"/>
          <ac:picMkLst>
            <pc:docMk/>
            <pc:sldMk cId="2591460189" sldId="272"/>
            <ac:picMk id="56" creationId="{280C691F-E9F3-27C2-265B-E0934EDEC1FA}"/>
          </ac:picMkLst>
        </pc:picChg>
        <pc:picChg chg="add mod">
          <ac:chgData name="Hui Xin Ng" userId="8919a21b-636c-4af1-bbae-e8e86829590c" providerId="ADAL" clId="{C7797854-3E62-4497-B159-E7F85CB3B86C}" dt="2023-03-08T06:33:42.803" v="5913" actId="1076"/>
          <ac:picMkLst>
            <pc:docMk/>
            <pc:sldMk cId="2591460189" sldId="272"/>
            <ac:picMk id="58" creationId="{F38CDB4C-689A-BC90-588E-C338947B7D1D}"/>
          </ac:picMkLst>
        </pc:picChg>
        <pc:picChg chg="add mod">
          <ac:chgData name="Hui Xin Ng" userId="8919a21b-636c-4af1-bbae-e8e86829590c" providerId="ADAL" clId="{C7797854-3E62-4497-B159-E7F85CB3B86C}" dt="2023-03-08T06:34:04.586" v="5923" actId="1076"/>
          <ac:picMkLst>
            <pc:docMk/>
            <pc:sldMk cId="2591460189" sldId="272"/>
            <ac:picMk id="60" creationId="{55D02535-59A8-F513-3779-C4599078E397}"/>
          </ac:picMkLst>
        </pc:picChg>
        <pc:picChg chg="add mod">
          <ac:chgData name="Hui Xin Ng" userId="8919a21b-636c-4af1-bbae-e8e86829590c" providerId="ADAL" clId="{C7797854-3E62-4497-B159-E7F85CB3B86C}" dt="2023-03-08T06:34:17.450" v="5931" actId="1076"/>
          <ac:picMkLst>
            <pc:docMk/>
            <pc:sldMk cId="2591460189" sldId="272"/>
            <ac:picMk id="63" creationId="{60AA7533-76C3-8D08-EA8F-F82FF8200742}"/>
          </ac:picMkLst>
        </pc:picChg>
      </pc:sldChg>
      <pc:sldChg chg="addSp delSp modSp new mod">
        <pc:chgData name="Hui Xin Ng" userId="8919a21b-636c-4af1-bbae-e8e86829590c" providerId="ADAL" clId="{C7797854-3E62-4497-B159-E7F85CB3B86C}" dt="2023-03-13T17:03:58.635" v="6568" actId="14100"/>
        <pc:sldMkLst>
          <pc:docMk/>
          <pc:sldMk cId="3104111223" sldId="273"/>
        </pc:sldMkLst>
        <pc:spChg chg="del mod">
          <ac:chgData name="Hui Xin Ng" userId="8919a21b-636c-4af1-bbae-e8e86829590c" providerId="ADAL" clId="{C7797854-3E62-4497-B159-E7F85CB3B86C}" dt="2023-03-08T14:56:36.913" v="6303" actId="478"/>
          <ac:spMkLst>
            <pc:docMk/>
            <pc:sldMk cId="3104111223" sldId="273"/>
            <ac:spMk id="2" creationId="{780FF2EF-06CB-83EC-8CBA-330ADC65A77A}"/>
          </ac:spMkLst>
        </pc:spChg>
        <pc:spChg chg="del">
          <ac:chgData name="Hui Xin Ng" userId="8919a21b-636c-4af1-bbae-e8e86829590c" providerId="ADAL" clId="{C7797854-3E62-4497-B159-E7F85CB3B86C}" dt="2023-03-08T14:55:21.027" v="6278"/>
          <ac:spMkLst>
            <pc:docMk/>
            <pc:sldMk cId="3104111223" sldId="273"/>
            <ac:spMk id="3" creationId="{915E0323-DBB4-A18C-24EC-9F3762E85792}"/>
          </ac:spMkLst>
        </pc:spChg>
        <pc:spChg chg="del">
          <ac:chgData name="Hui Xin Ng" userId="8919a21b-636c-4af1-bbae-e8e86829590c" providerId="ADAL" clId="{C7797854-3E62-4497-B159-E7F85CB3B86C}" dt="2023-03-08T14:55:36.796" v="6279" actId="478"/>
          <ac:spMkLst>
            <pc:docMk/>
            <pc:sldMk cId="3104111223" sldId="273"/>
            <ac:spMk id="4" creationId="{AB068472-22D0-4DFF-24FB-BF7437A05165}"/>
          </ac:spMkLst>
        </pc:spChg>
        <pc:spChg chg="add mod">
          <ac:chgData name="Hui Xin Ng" userId="8919a21b-636c-4af1-bbae-e8e86829590c" providerId="ADAL" clId="{C7797854-3E62-4497-B159-E7F85CB3B86C}" dt="2023-03-08T14:57:02.265" v="6334" actId="20577"/>
          <ac:spMkLst>
            <pc:docMk/>
            <pc:sldMk cId="3104111223" sldId="273"/>
            <ac:spMk id="5" creationId="{BF9BC5C0-3984-321D-E2B7-254E4CBD45F8}"/>
          </ac:spMkLst>
        </pc:spChg>
        <pc:spChg chg="add mod">
          <ac:chgData name="Hui Xin Ng" userId="8919a21b-636c-4af1-bbae-e8e86829590c" providerId="ADAL" clId="{C7797854-3E62-4497-B159-E7F85CB3B86C}" dt="2023-03-08T14:57:25.273" v="6352" actId="1076"/>
          <ac:spMkLst>
            <pc:docMk/>
            <pc:sldMk cId="3104111223" sldId="273"/>
            <ac:spMk id="6" creationId="{3A0A0C53-24B5-58B9-2AE3-442194B31A19}"/>
          </ac:spMkLst>
        </pc:spChg>
        <pc:spChg chg="add mod">
          <ac:chgData name="Hui Xin Ng" userId="8919a21b-636c-4af1-bbae-e8e86829590c" providerId="ADAL" clId="{C7797854-3E62-4497-B159-E7F85CB3B86C}" dt="2023-03-08T14:57:56.897" v="6424" actId="20577"/>
          <ac:spMkLst>
            <pc:docMk/>
            <pc:sldMk cId="3104111223" sldId="273"/>
            <ac:spMk id="7" creationId="{EB42977F-022E-8D5D-3CB4-E7220B4EEA01}"/>
          </ac:spMkLst>
        </pc:spChg>
        <pc:picChg chg="add mod">
          <ac:chgData name="Hui Xin Ng" userId="8919a21b-636c-4af1-bbae-e8e86829590c" providerId="ADAL" clId="{C7797854-3E62-4497-B159-E7F85CB3B86C}" dt="2023-03-13T17:03:58.635" v="6568" actId="14100"/>
          <ac:picMkLst>
            <pc:docMk/>
            <pc:sldMk cId="3104111223" sldId="273"/>
            <ac:picMk id="1026" creationId="{7A8E37E2-F530-7539-1568-6E389AB064AF}"/>
          </ac:picMkLst>
        </pc:picChg>
        <pc:picChg chg="add mod">
          <ac:chgData name="Hui Xin Ng" userId="8919a21b-636c-4af1-bbae-e8e86829590c" providerId="ADAL" clId="{C7797854-3E62-4497-B159-E7F85CB3B86C}" dt="2023-03-08T14:56:19.648" v="6300" actId="1038"/>
          <ac:picMkLst>
            <pc:docMk/>
            <pc:sldMk cId="3104111223" sldId="273"/>
            <ac:picMk id="1028" creationId="{2EF0E095-1E78-92C7-E779-32AF415DCF0B}"/>
          </ac:picMkLst>
        </pc:picChg>
        <pc:picChg chg="add mod">
          <ac:chgData name="Hui Xin Ng" userId="8919a21b-636c-4af1-bbae-e8e86829590c" providerId="ADAL" clId="{C7797854-3E62-4497-B159-E7F85CB3B86C}" dt="2023-03-08T14:56:19.648" v="6300" actId="1038"/>
          <ac:picMkLst>
            <pc:docMk/>
            <pc:sldMk cId="3104111223" sldId="273"/>
            <ac:picMk id="1030" creationId="{322E3749-B11F-1361-6959-A0B91501F3E7}"/>
          </ac:picMkLst>
        </pc:picChg>
      </pc:sldChg>
      <pc:sldChg chg="addSp delSp modSp add mod modShow modNotesTx">
        <pc:chgData name="Hui Xin Ng" userId="8919a21b-636c-4af1-bbae-e8e86829590c" providerId="ADAL" clId="{C7797854-3E62-4497-B159-E7F85CB3B86C}" dt="2023-03-13T17:07:27.204" v="6570" actId="1076"/>
        <pc:sldMkLst>
          <pc:docMk/>
          <pc:sldMk cId="879984273" sldId="274"/>
        </pc:sldMkLst>
        <pc:spChg chg="add del mod">
          <ac:chgData name="Hui Xin Ng" userId="8919a21b-636c-4af1-bbae-e8e86829590c" providerId="ADAL" clId="{C7797854-3E62-4497-B159-E7F85CB3B86C}" dt="2023-03-08T15:02:37.376" v="6429" actId="478"/>
          <ac:spMkLst>
            <pc:docMk/>
            <pc:sldMk cId="879984273" sldId="274"/>
            <ac:spMk id="2" creationId="{95F7D7B8-EFB6-9FBE-AF0F-79D6D28AFEB9}"/>
          </ac:spMkLst>
        </pc:spChg>
        <pc:spChg chg="add del mod">
          <ac:chgData name="Hui Xin Ng" userId="8919a21b-636c-4af1-bbae-e8e86829590c" providerId="ADAL" clId="{C7797854-3E62-4497-B159-E7F85CB3B86C}" dt="2023-03-08T15:03:52.369" v="6472"/>
          <ac:spMkLst>
            <pc:docMk/>
            <pc:sldMk cId="879984273" sldId="274"/>
            <ac:spMk id="3" creationId="{75DA0B8E-3287-3ECE-B8A9-C9AD431270C3}"/>
          </ac:spMkLst>
        </pc:spChg>
        <pc:spChg chg="add mod">
          <ac:chgData name="Hui Xin Ng" userId="8919a21b-636c-4af1-bbae-e8e86829590c" providerId="ADAL" clId="{C7797854-3E62-4497-B159-E7F85CB3B86C}" dt="2023-03-13T17:07:27.204" v="6570" actId="1076"/>
          <ac:spMkLst>
            <pc:docMk/>
            <pc:sldMk cId="879984273" sldId="274"/>
            <ac:spMk id="4" creationId="{BDAEA324-908D-03E5-B3C0-1DC82A23A2AE}"/>
          </ac:spMkLst>
        </pc:spChg>
        <pc:spChg chg="mod">
          <ac:chgData name="Hui Xin Ng" userId="8919a21b-636c-4af1-bbae-e8e86829590c" providerId="ADAL" clId="{C7797854-3E62-4497-B159-E7F85CB3B86C}" dt="2023-03-08T15:02:58.592" v="6466" actId="20577"/>
          <ac:spMkLst>
            <pc:docMk/>
            <pc:sldMk cId="879984273" sldId="274"/>
            <ac:spMk id="5" creationId="{BF9BC5C0-3984-321D-E2B7-254E4CBD45F8}"/>
          </ac:spMkLst>
        </pc:spChg>
        <pc:spChg chg="del">
          <ac:chgData name="Hui Xin Ng" userId="8919a21b-636c-4af1-bbae-e8e86829590c" providerId="ADAL" clId="{C7797854-3E62-4497-B159-E7F85CB3B86C}" dt="2023-03-08T15:02:33.247" v="6427" actId="478"/>
          <ac:spMkLst>
            <pc:docMk/>
            <pc:sldMk cId="879984273" sldId="274"/>
            <ac:spMk id="6" creationId="{3A0A0C53-24B5-58B9-2AE3-442194B31A19}"/>
          </ac:spMkLst>
        </pc:spChg>
        <pc:spChg chg="del">
          <ac:chgData name="Hui Xin Ng" userId="8919a21b-636c-4af1-bbae-e8e86829590c" providerId="ADAL" clId="{C7797854-3E62-4497-B159-E7F85CB3B86C}" dt="2023-03-08T15:02:33.247" v="6427" actId="478"/>
          <ac:spMkLst>
            <pc:docMk/>
            <pc:sldMk cId="879984273" sldId="274"/>
            <ac:spMk id="7" creationId="{EB42977F-022E-8D5D-3CB4-E7220B4EEA01}"/>
          </ac:spMkLst>
        </pc:spChg>
        <pc:picChg chg="del">
          <ac:chgData name="Hui Xin Ng" userId="8919a21b-636c-4af1-bbae-e8e86829590c" providerId="ADAL" clId="{C7797854-3E62-4497-B159-E7F85CB3B86C}" dt="2023-03-08T15:02:33.247" v="6427" actId="478"/>
          <ac:picMkLst>
            <pc:docMk/>
            <pc:sldMk cId="879984273" sldId="274"/>
            <ac:picMk id="1026" creationId="{7A8E37E2-F530-7539-1568-6E389AB064AF}"/>
          </ac:picMkLst>
        </pc:picChg>
        <pc:picChg chg="del">
          <ac:chgData name="Hui Xin Ng" userId="8919a21b-636c-4af1-bbae-e8e86829590c" providerId="ADAL" clId="{C7797854-3E62-4497-B159-E7F85CB3B86C}" dt="2023-03-08T15:02:35.063" v="6428" actId="478"/>
          <ac:picMkLst>
            <pc:docMk/>
            <pc:sldMk cId="879984273" sldId="274"/>
            <ac:picMk id="1028" creationId="{2EF0E095-1E78-92C7-E779-32AF415DCF0B}"/>
          </ac:picMkLst>
        </pc:picChg>
        <pc:picChg chg="del">
          <ac:chgData name="Hui Xin Ng" userId="8919a21b-636c-4af1-bbae-e8e86829590c" providerId="ADAL" clId="{C7797854-3E62-4497-B159-E7F85CB3B86C}" dt="2023-03-08T15:02:33.247" v="6427" actId="478"/>
          <ac:picMkLst>
            <pc:docMk/>
            <pc:sldMk cId="879984273" sldId="274"/>
            <ac:picMk id="1030" creationId="{322E3749-B11F-1361-6959-A0B91501F3E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D846F1-EA5A-47E9-B343-9A0BCCB09028}" type="datetimeFigureOut">
              <a:rPr lang="en-US" smtClean="0"/>
              <a:t>3/13/2023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6D7760-3F6A-4B45-831E-1FDBF2726AB6}" type="slidenum">
              <a:rPr lang="en-US" smtClean="0"/>
              <a:t>‹#›</a:t>
            </a:fld>
            <a:endParaRPr lang="en-US"/>
          </a:p>
        </p:txBody>
      </p:sp>
    </p:spTree>
    <p:extLst>
      <p:ext uri="{BB962C8B-B14F-4D97-AF65-F5344CB8AC3E}">
        <p14:creationId xmlns:p14="http://schemas.microsoft.com/office/powerpoint/2010/main" val="2381532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ontology was created based on our knowledge of domains and subdomains from prior work on </a:t>
            </a:r>
            <a:r>
              <a:rPr lang="en-US" b="1" i="0" dirty="0">
                <a:solidFill>
                  <a:srgbClr val="BCC0C3"/>
                </a:solidFill>
                <a:effectLst/>
                <a:latin typeface="Roboto" panose="02000000000000000000" pitchFamily="2" charset="0"/>
              </a:rPr>
              <a:t>older</a:t>
            </a:r>
            <a:r>
              <a:rPr lang="en-US" b="0" i="0" dirty="0">
                <a:solidFill>
                  <a:srgbClr val="BDC1C6"/>
                </a:solidFill>
                <a:effectLst/>
                <a:latin typeface="Roboto" panose="02000000000000000000" pitchFamily="2" charset="0"/>
              </a:rPr>
              <a:t>-</a:t>
            </a:r>
            <a:r>
              <a:rPr lang="en-US" b="1" i="0" dirty="0">
                <a:solidFill>
                  <a:srgbClr val="BCC0C3"/>
                </a:solidFill>
                <a:effectLst/>
                <a:latin typeface="Roboto" panose="02000000000000000000" pitchFamily="2" charset="0"/>
              </a:rPr>
              <a:t>age</a:t>
            </a:r>
            <a:r>
              <a:rPr lang="en-US" b="0" i="0" dirty="0">
                <a:solidFill>
                  <a:srgbClr val="BDC1C6"/>
                </a:solidFill>
                <a:effectLst/>
                <a:latin typeface="Roboto" panose="02000000000000000000" pitchFamily="2" charset="0"/>
              </a:rPr>
              <a:t> bipolar disorder (</a:t>
            </a:r>
            <a:r>
              <a:rPr lang="en-US" b="1" i="0" dirty="0">
                <a:solidFill>
                  <a:srgbClr val="BCC0C3"/>
                </a:solidFill>
                <a:effectLst/>
                <a:latin typeface="Roboto" panose="02000000000000000000" pitchFamily="2" charset="0"/>
              </a:rPr>
              <a:t>OABD</a:t>
            </a:r>
            <a:r>
              <a:rPr lang="en-US" b="0" i="0" dirty="0">
                <a:solidFill>
                  <a:srgbClr val="BDC1C6"/>
                </a:solidFill>
                <a:effectLst/>
                <a:latin typeface="Roboto" panose="02000000000000000000" pitchFamily="2" charset="0"/>
              </a:rPr>
              <a:t>). By looking into the literature, we are able to find out what domains and sub domains are relevant to this specific area of study. </a:t>
            </a:r>
          </a:p>
          <a:p>
            <a:r>
              <a:rPr lang="en-US" dirty="0"/>
              <a:t>Additionally, we also rely on our knowledge from the initial harmonization from GAGE to create these domains and sub domains. </a:t>
            </a:r>
          </a:p>
          <a:p>
            <a:endParaRPr lang="en-US" dirty="0"/>
          </a:p>
          <a:p>
            <a:r>
              <a:rPr lang="en-US" i="0" dirty="0"/>
              <a:t>We also relied on the meta data of the  variables from the data dictionary of the individual sites. </a:t>
            </a:r>
          </a:p>
          <a:p>
            <a:r>
              <a:rPr lang="en-US" i="1" dirty="0"/>
              <a:t>Show the visualization of ontology at this point.</a:t>
            </a:r>
          </a:p>
          <a:p>
            <a:r>
              <a:rPr lang="en-US" i="0" dirty="0"/>
              <a:t>Show clinical characteristics as an example domain. </a:t>
            </a:r>
          </a:p>
          <a:p>
            <a:endParaRPr lang="en-US" i="0" dirty="0"/>
          </a:p>
          <a:p>
            <a:r>
              <a:rPr lang="en-US" i="0" dirty="0"/>
              <a:t>The goal:</a:t>
            </a:r>
          </a:p>
          <a:p>
            <a:r>
              <a:rPr lang="en-US" i="0" dirty="0" err="1"/>
              <a:t>Standarize</a:t>
            </a:r>
            <a:r>
              <a:rPr lang="en-US" i="0" dirty="0"/>
              <a:t> variables from each individual study</a:t>
            </a:r>
          </a:p>
          <a:p>
            <a:r>
              <a:rPr lang="en-US" i="0" dirty="0"/>
              <a:t>Help with the harmonization of the actual data from each study</a:t>
            </a:r>
          </a:p>
          <a:p>
            <a:endParaRPr lang="en-US" i="0" dirty="0"/>
          </a:p>
          <a:p>
            <a:endParaRPr lang="en-US" i="0" dirty="0"/>
          </a:p>
          <a:p>
            <a:endParaRPr lang="en-US" i="0" dirty="0"/>
          </a:p>
          <a:p>
            <a:endParaRPr lang="en-US" i="0" dirty="0"/>
          </a:p>
          <a:p>
            <a:r>
              <a:rPr lang="en-US" dirty="0"/>
              <a:t> </a:t>
            </a:r>
          </a:p>
        </p:txBody>
      </p:sp>
      <p:sp>
        <p:nvSpPr>
          <p:cNvPr id="4" name="Slide Number Placeholder 3"/>
          <p:cNvSpPr>
            <a:spLocks noGrp="1"/>
          </p:cNvSpPr>
          <p:nvPr>
            <p:ph type="sldNum" sz="quarter" idx="5"/>
          </p:nvPr>
        </p:nvSpPr>
        <p:spPr/>
        <p:txBody>
          <a:bodyPr/>
          <a:lstStyle/>
          <a:p>
            <a:fld id="{B76D7760-3F6A-4B45-831E-1FDBF2726AB6}" type="slidenum">
              <a:rPr lang="en-US" smtClean="0"/>
              <a:t>2</a:t>
            </a:fld>
            <a:endParaRPr lang="en-US"/>
          </a:p>
        </p:txBody>
      </p:sp>
    </p:spTree>
    <p:extLst>
      <p:ext uri="{BB962C8B-B14F-4D97-AF65-F5344CB8AC3E}">
        <p14:creationId xmlns:p14="http://schemas.microsoft.com/office/powerpoint/2010/main" val="1095023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spcBef>
                <a:spcPts val="0"/>
              </a:spcBef>
              <a:spcAft>
                <a:spcPts val="0"/>
              </a:spcAft>
              <a:buFont typeface="Arial" panose="020B0604020202020204" pitchFamily="34" charset="0"/>
              <a:buChar char="•"/>
            </a:pPr>
            <a:r>
              <a:rPr lang="en-US" sz="2400" b="0" i="0" u="none" strike="noStrike" dirty="0">
                <a:solidFill>
                  <a:srgbClr val="543E34"/>
                </a:solidFill>
                <a:effectLst/>
                <a:latin typeface="Gill Sans"/>
              </a:rPr>
              <a:t>Procedure</a:t>
            </a:r>
            <a:endParaRPr lang="en-US" sz="2400" b="0" i="0" u="none" strike="noStrike" dirty="0">
              <a:solidFill>
                <a:srgbClr val="543E34"/>
              </a:solidFill>
              <a:effectLst/>
              <a:latin typeface="Arial" panose="020B0604020202020204" pitchFamily="34" charset="0"/>
            </a:endParaRPr>
          </a:p>
          <a:p>
            <a:pPr marL="742950" lvl="1" indent="-285750" rtl="0" fontAlgn="base">
              <a:spcBef>
                <a:spcPts val="500"/>
              </a:spcBef>
              <a:spcAft>
                <a:spcPts val="0"/>
              </a:spcAft>
              <a:buFont typeface="Arial" panose="020B0604020202020204" pitchFamily="34" charset="0"/>
              <a:buChar char="•"/>
            </a:pPr>
            <a:r>
              <a:rPr lang="en-US" sz="1800" b="0" i="0" u="none" strike="noStrike" dirty="0">
                <a:solidFill>
                  <a:srgbClr val="543E34"/>
                </a:solidFill>
                <a:effectLst/>
                <a:latin typeface="Gill Sans"/>
              </a:rPr>
              <a:t>Consult relevant protocols and database contents/dictionary</a:t>
            </a:r>
            <a:endParaRPr lang="en-US" sz="1800" b="0" i="0" u="none" strike="noStrike" dirty="0">
              <a:solidFill>
                <a:srgbClr val="543E34"/>
              </a:solidFill>
              <a:effectLst/>
              <a:latin typeface="Arial" panose="020B0604020202020204" pitchFamily="34" charset="0"/>
            </a:endParaRPr>
          </a:p>
          <a:p>
            <a:pPr marL="742950" lvl="1" indent="-285750" rtl="0" fontAlgn="base">
              <a:spcBef>
                <a:spcPts val="500"/>
              </a:spcBef>
              <a:spcAft>
                <a:spcPts val="0"/>
              </a:spcAft>
              <a:buFont typeface="Arial" panose="020B0604020202020204" pitchFamily="34" charset="0"/>
              <a:buChar char="•"/>
            </a:pPr>
            <a:r>
              <a:rPr lang="en-US" sz="1800" b="0" i="0" u="none" strike="noStrike" dirty="0">
                <a:solidFill>
                  <a:srgbClr val="543E34"/>
                </a:solidFill>
                <a:effectLst/>
                <a:latin typeface="Gill Sans"/>
              </a:rPr>
              <a:t>Upload study, variable name &amp; description</a:t>
            </a:r>
            <a:endParaRPr lang="en-US" sz="1800" b="0" i="0" u="none" strike="noStrike" dirty="0">
              <a:solidFill>
                <a:srgbClr val="543E34"/>
              </a:solidFill>
              <a:effectLst/>
              <a:latin typeface="Arial" panose="020B0604020202020204" pitchFamily="34" charset="0"/>
            </a:endParaRPr>
          </a:p>
          <a:p>
            <a:pPr marL="742950" lvl="1" indent="-285750" rtl="0" fontAlgn="base">
              <a:spcBef>
                <a:spcPts val="500"/>
              </a:spcBef>
              <a:spcAft>
                <a:spcPts val="0"/>
              </a:spcAft>
              <a:buFont typeface="Arial" panose="020B0604020202020204" pitchFamily="34" charset="0"/>
              <a:buChar char="•"/>
            </a:pPr>
            <a:r>
              <a:rPr lang="en-US" sz="1800" b="0" i="0" u="none" strike="noStrike" dirty="0">
                <a:solidFill>
                  <a:srgbClr val="543E34"/>
                </a:solidFill>
                <a:effectLst/>
                <a:latin typeface="Gill Sans"/>
              </a:rPr>
              <a:t>Classify by domain &amp; any subdomains</a:t>
            </a:r>
            <a:endParaRPr lang="en-US" sz="1800" b="0" i="0" u="none" strike="noStrike" dirty="0">
              <a:solidFill>
                <a:srgbClr val="543E34"/>
              </a:solidFill>
              <a:effectLst/>
              <a:latin typeface="Arial" panose="020B0604020202020204" pitchFamily="34" charset="0"/>
            </a:endParaRPr>
          </a:p>
          <a:p>
            <a:pPr marL="742950" lvl="1" indent="-285750" rtl="0" fontAlgn="base">
              <a:spcBef>
                <a:spcPts val="500"/>
              </a:spcBef>
              <a:spcAft>
                <a:spcPts val="0"/>
              </a:spcAft>
              <a:buFont typeface="Arial" panose="020B0604020202020204" pitchFamily="34" charset="0"/>
              <a:buChar char="•"/>
            </a:pPr>
            <a:r>
              <a:rPr lang="en-US" sz="1800" b="0" i="0" u="none" strike="noStrike" dirty="0">
                <a:solidFill>
                  <a:srgbClr val="543E34"/>
                </a:solidFill>
                <a:effectLst/>
                <a:latin typeface="Gill Sans"/>
              </a:rPr>
              <a:t>Instrument</a:t>
            </a:r>
            <a:endParaRPr lang="en-US" sz="1800" b="0" i="0" u="none" strike="noStrike" dirty="0">
              <a:solidFill>
                <a:srgbClr val="543E34"/>
              </a:solidFill>
              <a:effectLst/>
              <a:latin typeface="Arial" panose="020B0604020202020204" pitchFamily="34" charset="0"/>
            </a:endParaRPr>
          </a:p>
          <a:p>
            <a:pPr marL="1143000" lvl="2" indent="-228600" rtl="0" fontAlgn="base">
              <a:spcBef>
                <a:spcPts val="500"/>
              </a:spcBef>
              <a:spcAft>
                <a:spcPts val="0"/>
              </a:spcAft>
              <a:buFont typeface="Arial" panose="020B0604020202020204" pitchFamily="34" charset="0"/>
              <a:buChar char="•"/>
            </a:pPr>
            <a:r>
              <a:rPr lang="en-US" sz="1600" b="0" i="0" u="none" strike="noStrike" dirty="0">
                <a:solidFill>
                  <a:srgbClr val="543E34"/>
                </a:solidFill>
                <a:effectLst/>
                <a:latin typeface="Gill Sans"/>
              </a:rPr>
              <a:t>Item or total score</a:t>
            </a:r>
            <a:endParaRPr lang="en-US" sz="1600" b="0" i="0" u="none" strike="noStrike" dirty="0">
              <a:solidFill>
                <a:srgbClr val="543E34"/>
              </a:solidFill>
              <a:effectLst/>
              <a:latin typeface="Arial" panose="020B0604020202020204" pitchFamily="34" charset="0"/>
            </a:endParaRPr>
          </a:p>
          <a:p>
            <a:pPr marL="742950" lvl="1" indent="-285750" rtl="0" fontAlgn="base">
              <a:spcBef>
                <a:spcPts val="500"/>
              </a:spcBef>
              <a:spcAft>
                <a:spcPts val="0"/>
              </a:spcAft>
              <a:buFont typeface="Arial" panose="020B0604020202020204" pitchFamily="34" charset="0"/>
              <a:buChar char="•"/>
            </a:pPr>
            <a:r>
              <a:rPr lang="en-US" sz="1800" b="0" i="0" u="none" strike="noStrike" dirty="0">
                <a:solidFill>
                  <a:srgbClr val="543E34"/>
                </a:solidFill>
                <a:effectLst/>
                <a:latin typeface="Gill Sans"/>
              </a:rPr>
              <a:t>Continuous vs categorical</a:t>
            </a:r>
            <a:endParaRPr lang="en-US" sz="1800" b="0" i="0" u="none" strike="noStrike" dirty="0">
              <a:solidFill>
                <a:srgbClr val="543E34"/>
              </a:solidFill>
              <a:effectLst/>
              <a:latin typeface="Arial" panose="020B0604020202020204" pitchFamily="34" charset="0"/>
            </a:endParaRPr>
          </a:p>
          <a:p>
            <a:pPr marL="1143000" lvl="2" indent="-228600" rtl="0" fontAlgn="base">
              <a:spcBef>
                <a:spcPts val="500"/>
              </a:spcBef>
              <a:spcAft>
                <a:spcPts val="0"/>
              </a:spcAft>
              <a:buFont typeface="Arial" panose="020B0604020202020204" pitchFamily="34" charset="0"/>
              <a:buChar char="•"/>
            </a:pPr>
            <a:r>
              <a:rPr lang="en-US" sz="1600" b="0" i="0" u="none" strike="noStrike" dirty="0">
                <a:solidFill>
                  <a:srgbClr val="543E34"/>
                </a:solidFill>
                <a:effectLst/>
                <a:latin typeface="Gill Sans"/>
              </a:rPr>
              <a:t>If categorical, levels &amp; labels</a:t>
            </a:r>
            <a:endParaRPr lang="en-US" sz="1600" b="0" i="0" u="none" strike="noStrike" dirty="0">
              <a:solidFill>
                <a:srgbClr val="543E34"/>
              </a:solidFill>
              <a:effectLst/>
              <a:latin typeface="Arial" panose="020B0604020202020204" pitchFamily="34" charset="0"/>
            </a:endParaRPr>
          </a:p>
          <a:p>
            <a:pPr marL="742950" lvl="1" indent="-285750" rtl="0" fontAlgn="base">
              <a:spcBef>
                <a:spcPts val="500"/>
              </a:spcBef>
              <a:spcAft>
                <a:spcPts val="0"/>
              </a:spcAft>
              <a:buFont typeface="Arial" panose="020B0604020202020204" pitchFamily="34" charset="0"/>
              <a:buChar char="•"/>
            </a:pPr>
            <a:r>
              <a:rPr lang="en-US" sz="1800" b="0" i="0" u="none" strike="noStrike" dirty="0">
                <a:solidFill>
                  <a:srgbClr val="543E34"/>
                </a:solidFill>
                <a:effectLst/>
                <a:latin typeface="Gill Sans"/>
              </a:rPr>
              <a:t>Dependency on other variables?</a:t>
            </a:r>
            <a:endParaRPr lang="en-US" sz="1800" b="0" i="0" u="none" strike="noStrike" dirty="0">
              <a:solidFill>
                <a:srgbClr val="543E34"/>
              </a:solidFill>
              <a:effectLst/>
              <a:latin typeface="Arial" panose="020B0604020202020204" pitchFamily="34" charset="0"/>
            </a:endParaRPr>
          </a:p>
          <a:p>
            <a:pPr marL="742950" lvl="1" indent="-285750" rtl="0" fontAlgn="base">
              <a:spcBef>
                <a:spcPts val="500"/>
              </a:spcBef>
              <a:spcAft>
                <a:spcPts val="0"/>
              </a:spcAft>
              <a:buFont typeface="Arial" panose="020B0604020202020204" pitchFamily="34" charset="0"/>
              <a:buChar char="•"/>
            </a:pPr>
            <a:r>
              <a:rPr lang="en-US" sz="1800" b="0" i="0" u="none" strike="noStrike" dirty="0">
                <a:solidFill>
                  <a:srgbClr val="543E34"/>
                </a:solidFill>
                <a:effectLst/>
                <a:latin typeface="Gill Sans"/>
              </a:rPr>
              <a:t>Need for recoding?</a:t>
            </a:r>
            <a:endParaRPr lang="en-US" sz="1800" b="0" i="0" u="none" strike="noStrike" dirty="0">
              <a:solidFill>
                <a:srgbClr val="543E34"/>
              </a:solidFill>
              <a:effectLst/>
              <a:latin typeface="Arial" panose="020B0604020202020204" pitchFamily="34" charset="0"/>
            </a:endParaRPr>
          </a:p>
          <a:p>
            <a:pPr marL="742950" lvl="1" indent="-285750" rtl="0" fontAlgn="base">
              <a:spcBef>
                <a:spcPts val="500"/>
              </a:spcBef>
              <a:spcAft>
                <a:spcPts val="0"/>
              </a:spcAft>
              <a:buFont typeface="Arial" panose="020B0604020202020204" pitchFamily="34" charset="0"/>
              <a:buChar char="•"/>
            </a:pPr>
            <a:r>
              <a:rPr lang="en-US" sz="1800" b="0" i="0" u="none" strike="noStrike" dirty="0">
                <a:solidFill>
                  <a:srgbClr val="543E34"/>
                </a:solidFill>
                <a:effectLst/>
                <a:latin typeface="Gill Sans"/>
              </a:rPr>
              <a:t>Longitudinally measured?</a:t>
            </a:r>
            <a:endParaRPr lang="en-US" sz="1800" b="0" i="0" u="none" strike="noStrike" dirty="0">
              <a:solidFill>
                <a:srgbClr val="543E34"/>
              </a:solidFill>
              <a:effectLst/>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B76D7760-3F6A-4B45-831E-1FDBF2726AB6}" type="slidenum">
              <a:rPr lang="en-US" smtClean="0"/>
              <a:t>4</a:t>
            </a:fld>
            <a:endParaRPr lang="en-US"/>
          </a:p>
        </p:txBody>
      </p:sp>
    </p:spTree>
    <p:extLst>
      <p:ext uri="{BB962C8B-B14F-4D97-AF65-F5344CB8AC3E}">
        <p14:creationId xmlns:p14="http://schemas.microsoft.com/office/powerpoint/2010/main" val="2623829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3: Integrated dataset </a:t>
            </a:r>
          </a:p>
          <a:p>
            <a:r>
              <a:rPr lang="en-US" dirty="0"/>
              <a:t>Pairing that with full ontology in terms of being able to see Primary aims </a:t>
            </a:r>
          </a:p>
          <a:p>
            <a:endParaRPr lang="en-US" dirty="0"/>
          </a:p>
          <a:p>
            <a:r>
              <a:rPr lang="en-US" dirty="0"/>
              <a:t>When we compare this integrated dataset with the full ontology, we can see where the gaps are. Domains where we see are empty could point us towards next steps in terms of integration and harmonization. </a:t>
            </a:r>
          </a:p>
          <a:p>
            <a:endParaRPr lang="en-US" dirty="0"/>
          </a:p>
          <a:p>
            <a:r>
              <a:rPr lang="en-US" dirty="0"/>
              <a:t>For instance we see the current illness severity box here is empty, indicating that that domain does not exist in the integrated</a:t>
            </a:r>
          </a:p>
          <a:p>
            <a:endParaRPr lang="en-US" dirty="0"/>
          </a:p>
          <a:p>
            <a:r>
              <a:rPr lang="en-US" dirty="0"/>
              <a:t>We could then visualize individual datasets, for instance </a:t>
            </a:r>
            <a:r>
              <a:rPr lang="en-US" dirty="0" err="1"/>
              <a:t>inflammaging</a:t>
            </a:r>
            <a:r>
              <a:rPr lang="en-US" dirty="0"/>
              <a:t>, to see how many variables we have in that domain and subdomains. </a:t>
            </a:r>
          </a:p>
        </p:txBody>
      </p:sp>
      <p:sp>
        <p:nvSpPr>
          <p:cNvPr id="4" name="Slide Number Placeholder 3"/>
          <p:cNvSpPr>
            <a:spLocks noGrp="1"/>
          </p:cNvSpPr>
          <p:nvPr>
            <p:ph type="sldNum" sz="quarter" idx="5"/>
          </p:nvPr>
        </p:nvSpPr>
        <p:spPr/>
        <p:txBody>
          <a:bodyPr/>
          <a:lstStyle/>
          <a:p>
            <a:fld id="{B76D7760-3F6A-4B45-831E-1FDBF2726AB6}" type="slidenum">
              <a:rPr lang="en-US" smtClean="0"/>
              <a:t>5</a:t>
            </a:fld>
            <a:endParaRPr lang="en-US"/>
          </a:p>
        </p:txBody>
      </p:sp>
    </p:spTree>
    <p:extLst>
      <p:ext uri="{BB962C8B-B14F-4D97-AF65-F5344CB8AC3E}">
        <p14:creationId xmlns:p14="http://schemas.microsoft.com/office/powerpoint/2010/main" val="40048488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ontology was created based on our knowledge of domains and subdomains from prior work on </a:t>
            </a:r>
            <a:r>
              <a:rPr lang="en-US" b="1" i="0" dirty="0">
                <a:solidFill>
                  <a:srgbClr val="BCC0C3"/>
                </a:solidFill>
                <a:effectLst/>
                <a:latin typeface="Roboto" panose="02000000000000000000" pitchFamily="2" charset="0"/>
              </a:rPr>
              <a:t>older</a:t>
            </a:r>
            <a:r>
              <a:rPr lang="en-US" b="0" i="0" dirty="0">
                <a:solidFill>
                  <a:srgbClr val="BDC1C6"/>
                </a:solidFill>
                <a:effectLst/>
                <a:latin typeface="Roboto" panose="02000000000000000000" pitchFamily="2" charset="0"/>
              </a:rPr>
              <a:t>-</a:t>
            </a:r>
            <a:r>
              <a:rPr lang="en-US" b="1" i="0" dirty="0">
                <a:solidFill>
                  <a:srgbClr val="BCC0C3"/>
                </a:solidFill>
                <a:effectLst/>
                <a:latin typeface="Roboto" panose="02000000000000000000" pitchFamily="2" charset="0"/>
              </a:rPr>
              <a:t>age</a:t>
            </a:r>
            <a:r>
              <a:rPr lang="en-US" b="0" i="0" dirty="0">
                <a:solidFill>
                  <a:srgbClr val="BDC1C6"/>
                </a:solidFill>
                <a:effectLst/>
                <a:latin typeface="Roboto" panose="02000000000000000000" pitchFamily="2" charset="0"/>
              </a:rPr>
              <a:t> bipolar disorder (</a:t>
            </a:r>
            <a:r>
              <a:rPr lang="en-US" b="1" i="0" dirty="0">
                <a:solidFill>
                  <a:srgbClr val="BCC0C3"/>
                </a:solidFill>
                <a:effectLst/>
                <a:latin typeface="Roboto" panose="02000000000000000000" pitchFamily="2" charset="0"/>
              </a:rPr>
              <a:t>OABD</a:t>
            </a:r>
            <a:r>
              <a:rPr lang="en-US" b="0" i="0" dirty="0">
                <a:solidFill>
                  <a:srgbClr val="BDC1C6"/>
                </a:solidFill>
                <a:effectLst/>
                <a:latin typeface="Roboto" panose="02000000000000000000" pitchFamily="2" charset="0"/>
              </a:rPr>
              <a:t>). By looking into the literature, we are able to find out what domains and sub domains are relevant to this specific area of study. </a:t>
            </a:r>
          </a:p>
          <a:p>
            <a:r>
              <a:rPr lang="en-US" dirty="0"/>
              <a:t>Additionally, we also rely on our knowledge from the initial harmonization from GAGE to create these domains and sub domains. </a:t>
            </a:r>
          </a:p>
          <a:p>
            <a:endParaRPr lang="en-US" dirty="0"/>
          </a:p>
          <a:p>
            <a:r>
              <a:rPr lang="en-US" i="0" dirty="0"/>
              <a:t>We also relied on the meta data of the  variables from the data dictionary of the individual sites. </a:t>
            </a:r>
          </a:p>
          <a:p>
            <a:r>
              <a:rPr lang="en-US" i="1" dirty="0"/>
              <a:t>Show the visualization of ontology at this point.</a:t>
            </a:r>
          </a:p>
          <a:p>
            <a:r>
              <a:rPr lang="en-US" i="0" dirty="0"/>
              <a:t>Show clinical characteristics as an example domain. </a:t>
            </a:r>
          </a:p>
          <a:p>
            <a:endParaRPr lang="en-US" i="0" dirty="0"/>
          </a:p>
          <a:p>
            <a:r>
              <a:rPr lang="en-US" i="0" dirty="0"/>
              <a:t>The goal:</a:t>
            </a:r>
          </a:p>
          <a:p>
            <a:r>
              <a:rPr lang="en-US" i="0" dirty="0" err="1"/>
              <a:t>Standarize</a:t>
            </a:r>
            <a:r>
              <a:rPr lang="en-US" i="0" dirty="0"/>
              <a:t> variables from each individual study</a:t>
            </a:r>
          </a:p>
          <a:p>
            <a:r>
              <a:rPr lang="en-US" i="0" dirty="0"/>
              <a:t>Help with the harmonization of the actual data from each study</a:t>
            </a:r>
          </a:p>
          <a:p>
            <a:endParaRPr lang="en-US" i="0" dirty="0"/>
          </a:p>
          <a:p>
            <a:endParaRPr lang="en-US" i="0" dirty="0"/>
          </a:p>
          <a:p>
            <a:endParaRPr lang="en-US" i="0" dirty="0"/>
          </a:p>
          <a:p>
            <a:endParaRPr lang="en-US" i="0" dirty="0"/>
          </a:p>
          <a:p>
            <a:r>
              <a:rPr lang="en-US" dirty="0"/>
              <a:t> </a:t>
            </a:r>
          </a:p>
        </p:txBody>
      </p:sp>
      <p:sp>
        <p:nvSpPr>
          <p:cNvPr id="4" name="Slide Number Placeholder 3"/>
          <p:cNvSpPr>
            <a:spLocks noGrp="1"/>
          </p:cNvSpPr>
          <p:nvPr>
            <p:ph type="sldNum" sz="quarter" idx="5"/>
          </p:nvPr>
        </p:nvSpPr>
        <p:spPr/>
        <p:txBody>
          <a:bodyPr/>
          <a:lstStyle/>
          <a:p>
            <a:fld id="{B76D7760-3F6A-4B45-831E-1FDBF2726AB6}" type="slidenum">
              <a:rPr lang="en-US" smtClean="0"/>
              <a:t>6</a:t>
            </a:fld>
            <a:endParaRPr lang="en-US"/>
          </a:p>
        </p:txBody>
      </p:sp>
    </p:spTree>
    <p:extLst>
      <p:ext uri="{BB962C8B-B14F-4D97-AF65-F5344CB8AC3E}">
        <p14:creationId xmlns:p14="http://schemas.microsoft.com/office/powerpoint/2010/main" val="2310055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3: Integrated dataset </a:t>
            </a:r>
          </a:p>
          <a:p>
            <a:r>
              <a:rPr lang="en-US" dirty="0"/>
              <a:t>Pairing that with full ontology in terms of being able to see Primary aims </a:t>
            </a:r>
          </a:p>
          <a:p>
            <a:endParaRPr lang="en-US" dirty="0"/>
          </a:p>
          <a:p>
            <a:r>
              <a:rPr lang="en-US" dirty="0"/>
              <a:t>When we compare this integrated dataset with the full ontology, we can see where the gaps are. Domains where we see are empty could point us towards next steps in terms of integration and harmonization. </a:t>
            </a:r>
          </a:p>
          <a:p>
            <a:endParaRPr lang="en-US" dirty="0"/>
          </a:p>
          <a:p>
            <a:r>
              <a:rPr lang="en-US" dirty="0"/>
              <a:t>For instance we see the current illness severity box here is empty, indicating that that domain does not exist in the integrated</a:t>
            </a:r>
          </a:p>
          <a:p>
            <a:endParaRPr lang="en-US" dirty="0"/>
          </a:p>
          <a:p>
            <a:r>
              <a:rPr lang="en-US" dirty="0"/>
              <a:t>We could then visualize individual datasets, for instance </a:t>
            </a:r>
            <a:r>
              <a:rPr lang="en-US" dirty="0" err="1"/>
              <a:t>inflammaging</a:t>
            </a:r>
            <a:r>
              <a:rPr lang="en-US" dirty="0"/>
              <a:t>, to see how many variables we have in that domain and subdomains. </a:t>
            </a:r>
          </a:p>
        </p:txBody>
      </p:sp>
      <p:sp>
        <p:nvSpPr>
          <p:cNvPr id="4" name="Slide Number Placeholder 3"/>
          <p:cNvSpPr>
            <a:spLocks noGrp="1"/>
          </p:cNvSpPr>
          <p:nvPr>
            <p:ph type="sldNum" sz="quarter" idx="5"/>
          </p:nvPr>
        </p:nvSpPr>
        <p:spPr/>
        <p:txBody>
          <a:bodyPr/>
          <a:lstStyle/>
          <a:p>
            <a:fld id="{B76D7760-3F6A-4B45-831E-1FDBF2726AB6}" type="slidenum">
              <a:rPr lang="en-US" smtClean="0"/>
              <a:t>7</a:t>
            </a:fld>
            <a:endParaRPr lang="en-US"/>
          </a:p>
        </p:txBody>
      </p:sp>
    </p:spTree>
    <p:extLst>
      <p:ext uri="{BB962C8B-B14F-4D97-AF65-F5344CB8AC3E}">
        <p14:creationId xmlns:p14="http://schemas.microsoft.com/office/powerpoint/2010/main" val="2400514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studies are there in EF, if we are interested in this domain?</a:t>
            </a:r>
          </a:p>
        </p:txBody>
      </p:sp>
      <p:sp>
        <p:nvSpPr>
          <p:cNvPr id="4" name="Slide Number Placeholder 3"/>
          <p:cNvSpPr>
            <a:spLocks noGrp="1"/>
          </p:cNvSpPr>
          <p:nvPr>
            <p:ph type="sldNum" sz="quarter" idx="5"/>
          </p:nvPr>
        </p:nvSpPr>
        <p:spPr/>
        <p:txBody>
          <a:bodyPr/>
          <a:lstStyle/>
          <a:p>
            <a:fld id="{B76D7760-3F6A-4B45-831E-1FDBF2726AB6}" type="slidenum">
              <a:rPr lang="en-US" smtClean="0"/>
              <a:t>8</a:t>
            </a:fld>
            <a:endParaRPr lang="en-US"/>
          </a:p>
        </p:txBody>
      </p:sp>
    </p:spTree>
    <p:extLst>
      <p:ext uri="{BB962C8B-B14F-4D97-AF65-F5344CB8AC3E}">
        <p14:creationId xmlns:p14="http://schemas.microsoft.com/office/powerpoint/2010/main" val="2966116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studies are there in EF, if we are interested in this domain?</a:t>
            </a:r>
          </a:p>
          <a:p>
            <a:r>
              <a:rPr lang="en-US" dirty="0"/>
              <a:t>14 studies that have executive functioning related variables</a:t>
            </a:r>
          </a:p>
        </p:txBody>
      </p:sp>
      <p:sp>
        <p:nvSpPr>
          <p:cNvPr id="4" name="Slide Number Placeholder 3"/>
          <p:cNvSpPr>
            <a:spLocks noGrp="1"/>
          </p:cNvSpPr>
          <p:nvPr>
            <p:ph type="sldNum" sz="quarter" idx="5"/>
          </p:nvPr>
        </p:nvSpPr>
        <p:spPr/>
        <p:txBody>
          <a:bodyPr/>
          <a:lstStyle/>
          <a:p>
            <a:fld id="{B76D7760-3F6A-4B45-831E-1FDBF2726AB6}" type="slidenum">
              <a:rPr lang="en-US" smtClean="0"/>
              <a:t>10</a:t>
            </a:fld>
            <a:endParaRPr lang="en-US"/>
          </a:p>
        </p:txBody>
      </p:sp>
    </p:spTree>
    <p:extLst>
      <p:ext uri="{BB962C8B-B14F-4D97-AF65-F5344CB8AC3E}">
        <p14:creationId xmlns:p14="http://schemas.microsoft.com/office/powerpoint/2010/main" val="18909894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look further into the what instruments that were used to measure executive functioning. Note that these are not mutually exclusive. </a:t>
            </a:r>
          </a:p>
          <a:p>
            <a:r>
              <a:rPr lang="en-US" dirty="0"/>
              <a:t>So out the 14 studies that had EF, most of them used trails b to measure EF. Some of them may use other tests in addition to Trails B. </a:t>
            </a:r>
          </a:p>
          <a:p>
            <a:r>
              <a:rPr lang="en-US" dirty="0"/>
              <a:t>We have to look into the individual datasets</a:t>
            </a:r>
          </a:p>
          <a:p>
            <a:endParaRPr lang="en-US" dirty="0"/>
          </a:p>
          <a:p>
            <a:endParaRPr lang="en-US" dirty="0"/>
          </a:p>
        </p:txBody>
      </p:sp>
      <p:sp>
        <p:nvSpPr>
          <p:cNvPr id="4" name="Slide Number Placeholder 3"/>
          <p:cNvSpPr>
            <a:spLocks noGrp="1"/>
          </p:cNvSpPr>
          <p:nvPr>
            <p:ph type="sldNum" sz="quarter" idx="5"/>
          </p:nvPr>
        </p:nvSpPr>
        <p:spPr/>
        <p:txBody>
          <a:bodyPr/>
          <a:lstStyle/>
          <a:p>
            <a:fld id="{B76D7760-3F6A-4B45-831E-1FDBF2726AB6}" type="slidenum">
              <a:rPr lang="en-US" smtClean="0"/>
              <a:t>11</a:t>
            </a:fld>
            <a:endParaRPr lang="en-US"/>
          </a:p>
        </p:txBody>
      </p:sp>
    </p:spTree>
    <p:extLst>
      <p:ext uri="{BB962C8B-B14F-4D97-AF65-F5344CB8AC3E}">
        <p14:creationId xmlns:p14="http://schemas.microsoft.com/office/powerpoint/2010/main" val="33757189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record ID column we can see the names of the variable and the record ID </a:t>
            </a:r>
          </a:p>
          <a:p>
            <a:endParaRPr lang="en-US" dirty="0"/>
          </a:p>
          <a:p>
            <a:r>
              <a:rPr lang="en-US" dirty="0"/>
              <a:t>One you have the name of the variable of interest, you can go to the actual individual dataset to search for that variable using the variable name to see how many individual data points there are for that variable. </a:t>
            </a:r>
          </a:p>
          <a:p>
            <a:r>
              <a:rPr lang="en-US" i="1" dirty="0"/>
              <a:t>Now I go to the exact dataset -&gt; program can tell me how many subjects have this variable (by finding var name)</a:t>
            </a:r>
          </a:p>
          <a:p>
            <a:r>
              <a:rPr lang="en-US" i="1" dirty="0"/>
              <a:t> </a:t>
            </a:r>
          </a:p>
        </p:txBody>
      </p:sp>
      <p:sp>
        <p:nvSpPr>
          <p:cNvPr id="4" name="Slide Number Placeholder 3"/>
          <p:cNvSpPr>
            <a:spLocks noGrp="1"/>
          </p:cNvSpPr>
          <p:nvPr>
            <p:ph type="sldNum" sz="quarter" idx="5"/>
          </p:nvPr>
        </p:nvSpPr>
        <p:spPr/>
        <p:txBody>
          <a:bodyPr/>
          <a:lstStyle/>
          <a:p>
            <a:fld id="{B76D7760-3F6A-4B45-831E-1FDBF2726AB6}" type="slidenum">
              <a:rPr lang="en-US" smtClean="0"/>
              <a:t>13</a:t>
            </a:fld>
            <a:endParaRPr lang="en-US"/>
          </a:p>
        </p:txBody>
      </p:sp>
    </p:spTree>
    <p:extLst>
      <p:ext uri="{BB962C8B-B14F-4D97-AF65-F5344CB8AC3E}">
        <p14:creationId xmlns:p14="http://schemas.microsoft.com/office/powerpoint/2010/main" val="39733288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3: Integrated dataset </a:t>
            </a:r>
          </a:p>
          <a:p>
            <a:r>
              <a:rPr lang="en-US" dirty="0"/>
              <a:t>Pairing that with full ontology in terms of being able to see Primary aims </a:t>
            </a:r>
          </a:p>
          <a:p>
            <a:endParaRPr lang="en-US" dirty="0"/>
          </a:p>
          <a:p>
            <a:r>
              <a:rPr lang="en-US" dirty="0"/>
              <a:t>When we compare this integrated dataset with the full ontology, we can see where the gaps are. Domains where we see are empty could point us towards next steps in terms of integration and harmonization. </a:t>
            </a:r>
          </a:p>
          <a:p>
            <a:endParaRPr lang="en-US" dirty="0"/>
          </a:p>
          <a:p>
            <a:r>
              <a:rPr lang="en-US" dirty="0"/>
              <a:t>For instance we see the current illness severity box here is empty, indicating that that domain does not exist in the integrated</a:t>
            </a:r>
          </a:p>
          <a:p>
            <a:endParaRPr lang="en-US" dirty="0"/>
          </a:p>
          <a:p>
            <a:r>
              <a:rPr lang="en-US" dirty="0"/>
              <a:t>We could then visualize individual datasets, for instance </a:t>
            </a:r>
            <a:r>
              <a:rPr lang="en-US" dirty="0" err="1"/>
              <a:t>inflammaging</a:t>
            </a:r>
            <a:r>
              <a:rPr lang="en-US" dirty="0"/>
              <a:t>, to see how many variables we have in that domain and subdomains. </a:t>
            </a:r>
          </a:p>
          <a:p>
            <a:r>
              <a:rPr lang="en-US" dirty="0"/>
              <a:t>The variable categorization process informs the </a:t>
            </a:r>
          </a:p>
        </p:txBody>
      </p:sp>
      <p:sp>
        <p:nvSpPr>
          <p:cNvPr id="4" name="Slide Number Placeholder 3"/>
          <p:cNvSpPr>
            <a:spLocks noGrp="1"/>
          </p:cNvSpPr>
          <p:nvPr>
            <p:ph type="sldNum" sz="quarter" idx="5"/>
          </p:nvPr>
        </p:nvSpPr>
        <p:spPr/>
        <p:txBody>
          <a:bodyPr/>
          <a:lstStyle/>
          <a:p>
            <a:fld id="{B76D7760-3F6A-4B45-831E-1FDBF2726AB6}" type="slidenum">
              <a:rPr lang="en-US" smtClean="0"/>
              <a:t>14</a:t>
            </a:fld>
            <a:endParaRPr lang="en-US"/>
          </a:p>
        </p:txBody>
      </p:sp>
    </p:spTree>
    <p:extLst>
      <p:ext uri="{BB962C8B-B14F-4D97-AF65-F5344CB8AC3E}">
        <p14:creationId xmlns:p14="http://schemas.microsoft.com/office/powerpoint/2010/main" val="3160982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C14F0-142E-FCC3-EB47-69E73E8A8F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45E4343-9FF1-60D7-90D8-8962F0EABC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588053-A1EE-367C-7F74-55525E8B76AB}"/>
              </a:ext>
            </a:extLst>
          </p:cNvPr>
          <p:cNvSpPr>
            <a:spLocks noGrp="1"/>
          </p:cNvSpPr>
          <p:nvPr>
            <p:ph type="dt" sz="half" idx="10"/>
          </p:nvPr>
        </p:nvSpPr>
        <p:spPr/>
        <p:txBody>
          <a:bodyPr/>
          <a:lstStyle/>
          <a:p>
            <a:fld id="{6C6B1B08-17AE-44D7-8669-EBB3539C7368}" type="datetimeFigureOut">
              <a:rPr lang="en-US" smtClean="0"/>
              <a:t>3/13/2023</a:t>
            </a:fld>
            <a:endParaRPr lang="en-US"/>
          </a:p>
        </p:txBody>
      </p:sp>
      <p:sp>
        <p:nvSpPr>
          <p:cNvPr id="5" name="Footer Placeholder 4">
            <a:extLst>
              <a:ext uri="{FF2B5EF4-FFF2-40B4-BE49-F238E27FC236}">
                <a16:creationId xmlns:a16="http://schemas.microsoft.com/office/drawing/2014/main" id="{4A38003B-8991-EF30-3782-47249B05DF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9C5B48-FF3C-F5DF-BC63-D4BCC0AECBA4}"/>
              </a:ext>
            </a:extLst>
          </p:cNvPr>
          <p:cNvSpPr>
            <a:spLocks noGrp="1"/>
          </p:cNvSpPr>
          <p:nvPr>
            <p:ph type="sldNum" sz="quarter" idx="12"/>
          </p:nvPr>
        </p:nvSpPr>
        <p:spPr/>
        <p:txBody>
          <a:bodyPr/>
          <a:lstStyle/>
          <a:p>
            <a:fld id="{4EE9819C-C3BF-4474-A259-A103DEE13AD3}" type="slidenum">
              <a:rPr lang="en-US" smtClean="0"/>
              <a:t>‹#›</a:t>
            </a:fld>
            <a:endParaRPr lang="en-US"/>
          </a:p>
        </p:txBody>
      </p:sp>
    </p:spTree>
    <p:extLst>
      <p:ext uri="{BB962C8B-B14F-4D97-AF65-F5344CB8AC3E}">
        <p14:creationId xmlns:p14="http://schemas.microsoft.com/office/powerpoint/2010/main" val="356667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B4E45-F23F-ACCE-DC2D-0B5D904594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E65CDB-706A-BA9A-4CBC-CF6F5928E9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572CAB-363A-CD90-D3BB-5C161489584A}"/>
              </a:ext>
            </a:extLst>
          </p:cNvPr>
          <p:cNvSpPr>
            <a:spLocks noGrp="1"/>
          </p:cNvSpPr>
          <p:nvPr>
            <p:ph type="dt" sz="half" idx="10"/>
          </p:nvPr>
        </p:nvSpPr>
        <p:spPr/>
        <p:txBody>
          <a:bodyPr/>
          <a:lstStyle/>
          <a:p>
            <a:fld id="{6C6B1B08-17AE-44D7-8669-EBB3539C7368}" type="datetimeFigureOut">
              <a:rPr lang="en-US" smtClean="0"/>
              <a:t>3/13/2023</a:t>
            </a:fld>
            <a:endParaRPr lang="en-US"/>
          </a:p>
        </p:txBody>
      </p:sp>
      <p:sp>
        <p:nvSpPr>
          <p:cNvPr id="5" name="Footer Placeholder 4">
            <a:extLst>
              <a:ext uri="{FF2B5EF4-FFF2-40B4-BE49-F238E27FC236}">
                <a16:creationId xmlns:a16="http://schemas.microsoft.com/office/drawing/2014/main" id="{BAA504DB-ED88-728A-BF76-2478A0FA1D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A27877-0411-B6F5-960D-750C6CF70479}"/>
              </a:ext>
            </a:extLst>
          </p:cNvPr>
          <p:cNvSpPr>
            <a:spLocks noGrp="1"/>
          </p:cNvSpPr>
          <p:nvPr>
            <p:ph type="sldNum" sz="quarter" idx="12"/>
          </p:nvPr>
        </p:nvSpPr>
        <p:spPr/>
        <p:txBody>
          <a:bodyPr/>
          <a:lstStyle/>
          <a:p>
            <a:fld id="{4EE9819C-C3BF-4474-A259-A103DEE13AD3}" type="slidenum">
              <a:rPr lang="en-US" smtClean="0"/>
              <a:t>‹#›</a:t>
            </a:fld>
            <a:endParaRPr lang="en-US"/>
          </a:p>
        </p:txBody>
      </p:sp>
    </p:spTree>
    <p:extLst>
      <p:ext uri="{BB962C8B-B14F-4D97-AF65-F5344CB8AC3E}">
        <p14:creationId xmlns:p14="http://schemas.microsoft.com/office/powerpoint/2010/main" val="252202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EA1F1-E74E-5CC0-23A0-1DF381568D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2E014A-0628-B3C5-6020-767AC61CBB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0F6A9E-2863-EE13-3F30-07CADBDA67FB}"/>
              </a:ext>
            </a:extLst>
          </p:cNvPr>
          <p:cNvSpPr>
            <a:spLocks noGrp="1"/>
          </p:cNvSpPr>
          <p:nvPr>
            <p:ph type="dt" sz="half" idx="10"/>
          </p:nvPr>
        </p:nvSpPr>
        <p:spPr/>
        <p:txBody>
          <a:bodyPr/>
          <a:lstStyle/>
          <a:p>
            <a:fld id="{6C6B1B08-17AE-44D7-8669-EBB3539C7368}" type="datetimeFigureOut">
              <a:rPr lang="en-US" smtClean="0"/>
              <a:t>3/13/2023</a:t>
            </a:fld>
            <a:endParaRPr lang="en-US"/>
          </a:p>
        </p:txBody>
      </p:sp>
      <p:sp>
        <p:nvSpPr>
          <p:cNvPr id="5" name="Footer Placeholder 4">
            <a:extLst>
              <a:ext uri="{FF2B5EF4-FFF2-40B4-BE49-F238E27FC236}">
                <a16:creationId xmlns:a16="http://schemas.microsoft.com/office/drawing/2014/main" id="{D9A0D962-B0AE-2E5A-91F8-D6BD137AFB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612370-65A3-182D-0B26-00CCECAE062D}"/>
              </a:ext>
            </a:extLst>
          </p:cNvPr>
          <p:cNvSpPr>
            <a:spLocks noGrp="1"/>
          </p:cNvSpPr>
          <p:nvPr>
            <p:ph type="sldNum" sz="quarter" idx="12"/>
          </p:nvPr>
        </p:nvSpPr>
        <p:spPr/>
        <p:txBody>
          <a:bodyPr/>
          <a:lstStyle/>
          <a:p>
            <a:fld id="{4EE9819C-C3BF-4474-A259-A103DEE13AD3}" type="slidenum">
              <a:rPr lang="en-US" smtClean="0"/>
              <a:t>‹#›</a:t>
            </a:fld>
            <a:endParaRPr lang="en-US"/>
          </a:p>
        </p:txBody>
      </p:sp>
    </p:spTree>
    <p:extLst>
      <p:ext uri="{BB962C8B-B14F-4D97-AF65-F5344CB8AC3E}">
        <p14:creationId xmlns:p14="http://schemas.microsoft.com/office/powerpoint/2010/main" val="3655451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DBCF1-42EB-C421-9785-E14E470764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AF342C-B70A-0EF1-A911-AF53A00536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D3B1DB-C37D-72BE-A6F7-10160B804C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19B157-E615-0714-2C48-B2D7DA9BF14A}"/>
              </a:ext>
            </a:extLst>
          </p:cNvPr>
          <p:cNvSpPr>
            <a:spLocks noGrp="1"/>
          </p:cNvSpPr>
          <p:nvPr>
            <p:ph type="dt" sz="half" idx="10"/>
          </p:nvPr>
        </p:nvSpPr>
        <p:spPr/>
        <p:txBody>
          <a:bodyPr/>
          <a:lstStyle/>
          <a:p>
            <a:fld id="{6C6B1B08-17AE-44D7-8669-EBB3539C7368}" type="datetimeFigureOut">
              <a:rPr lang="en-US" smtClean="0"/>
              <a:t>3/13/2023</a:t>
            </a:fld>
            <a:endParaRPr lang="en-US"/>
          </a:p>
        </p:txBody>
      </p:sp>
      <p:sp>
        <p:nvSpPr>
          <p:cNvPr id="6" name="Footer Placeholder 5">
            <a:extLst>
              <a:ext uri="{FF2B5EF4-FFF2-40B4-BE49-F238E27FC236}">
                <a16:creationId xmlns:a16="http://schemas.microsoft.com/office/drawing/2014/main" id="{2224EB52-7F81-2ADA-18B2-E161984DBF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954F59-B885-012E-7FD5-584AB4E1A956}"/>
              </a:ext>
            </a:extLst>
          </p:cNvPr>
          <p:cNvSpPr>
            <a:spLocks noGrp="1"/>
          </p:cNvSpPr>
          <p:nvPr>
            <p:ph type="sldNum" sz="quarter" idx="12"/>
          </p:nvPr>
        </p:nvSpPr>
        <p:spPr/>
        <p:txBody>
          <a:bodyPr/>
          <a:lstStyle/>
          <a:p>
            <a:fld id="{4EE9819C-C3BF-4474-A259-A103DEE13AD3}" type="slidenum">
              <a:rPr lang="en-US" smtClean="0"/>
              <a:t>‹#›</a:t>
            </a:fld>
            <a:endParaRPr lang="en-US"/>
          </a:p>
        </p:txBody>
      </p:sp>
    </p:spTree>
    <p:extLst>
      <p:ext uri="{BB962C8B-B14F-4D97-AF65-F5344CB8AC3E}">
        <p14:creationId xmlns:p14="http://schemas.microsoft.com/office/powerpoint/2010/main" val="2838374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CA874-12DB-E351-EFC1-BE5B11BB4F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B9C66F9-BFFC-3320-6985-361A809742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8DA17B-2DC7-09ED-EA9A-14A5C9EAC9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69863E-C16E-F5F4-A689-B48DC0DB1F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ED4E61-1908-2EFD-3545-70022750C1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04AE1D-E037-9114-DE94-0BE50A8024D5}"/>
              </a:ext>
            </a:extLst>
          </p:cNvPr>
          <p:cNvSpPr>
            <a:spLocks noGrp="1"/>
          </p:cNvSpPr>
          <p:nvPr>
            <p:ph type="dt" sz="half" idx="10"/>
          </p:nvPr>
        </p:nvSpPr>
        <p:spPr/>
        <p:txBody>
          <a:bodyPr/>
          <a:lstStyle/>
          <a:p>
            <a:fld id="{6C6B1B08-17AE-44D7-8669-EBB3539C7368}" type="datetimeFigureOut">
              <a:rPr lang="en-US" smtClean="0"/>
              <a:t>3/13/2023</a:t>
            </a:fld>
            <a:endParaRPr lang="en-US"/>
          </a:p>
        </p:txBody>
      </p:sp>
      <p:sp>
        <p:nvSpPr>
          <p:cNvPr id="8" name="Footer Placeholder 7">
            <a:extLst>
              <a:ext uri="{FF2B5EF4-FFF2-40B4-BE49-F238E27FC236}">
                <a16:creationId xmlns:a16="http://schemas.microsoft.com/office/drawing/2014/main" id="{24A10ED4-7BCA-17E9-39AA-0D7FFB5309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22A82FC-6794-8DA5-EB70-FACC9EA5C6DC}"/>
              </a:ext>
            </a:extLst>
          </p:cNvPr>
          <p:cNvSpPr>
            <a:spLocks noGrp="1"/>
          </p:cNvSpPr>
          <p:nvPr>
            <p:ph type="sldNum" sz="quarter" idx="12"/>
          </p:nvPr>
        </p:nvSpPr>
        <p:spPr/>
        <p:txBody>
          <a:bodyPr/>
          <a:lstStyle/>
          <a:p>
            <a:fld id="{4EE9819C-C3BF-4474-A259-A103DEE13AD3}" type="slidenum">
              <a:rPr lang="en-US" smtClean="0"/>
              <a:t>‹#›</a:t>
            </a:fld>
            <a:endParaRPr lang="en-US"/>
          </a:p>
        </p:txBody>
      </p:sp>
    </p:spTree>
    <p:extLst>
      <p:ext uri="{BB962C8B-B14F-4D97-AF65-F5344CB8AC3E}">
        <p14:creationId xmlns:p14="http://schemas.microsoft.com/office/powerpoint/2010/main" val="63384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F5F94-2530-214D-72D1-17A34B0E4E4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B19FA9D-A32F-1B5C-0CE6-ACF5A7DFF38B}"/>
              </a:ext>
            </a:extLst>
          </p:cNvPr>
          <p:cNvSpPr>
            <a:spLocks noGrp="1"/>
          </p:cNvSpPr>
          <p:nvPr>
            <p:ph type="dt" sz="half" idx="10"/>
          </p:nvPr>
        </p:nvSpPr>
        <p:spPr/>
        <p:txBody>
          <a:bodyPr/>
          <a:lstStyle/>
          <a:p>
            <a:fld id="{6C6B1B08-17AE-44D7-8669-EBB3539C7368}" type="datetimeFigureOut">
              <a:rPr lang="en-US" smtClean="0"/>
              <a:t>3/13/2023</a:t>
            </a:fld>
            <a:endParaRPr lang="en-US"/>
          </a:p>
        </p:txBody>
      </p:sp>
      <p:sp>
        <p:nvSpPr>
          <p:cNvPr id="4" name="Footer Placeholder 3">
            <a:extLst>
              <a:ext uri="{FF2B5EF4-FFF2-40B4-BE49-F238E27FC236}">
                <a16:creationId xmlns:a16="http://schemas.microsoft.com/office/drawing/2014/main" id="{4B60C183-554E-ACB7-4267-AB67D27795B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4ABAA3-FE25-F203-7B8B-0D61EAE9FD71}"/>
              </a:ext>
            </a:extLst>
          </p:cNvPr>
          <p:cNvSpPr>
            <a:spLocks noGrp="1"/>
          </p:cNvSpPr>
          <p:nvPr>
            <p:ph type="sldNum" sz="quarter" idx="12"/>
          </p:nvPr>
        </p:nvSpPr>
        <p:spPr/>
        <p:txBody>
          <a:bodyPr/>
          <a:lstStyle/>
          <a:p>
            <a:fld id="{4EE9819C-C3BF-4474-A259-A103DEE13AD3}" type="slidenum">
              <a:rPr lang="en-US" smtClean="0"/>
              <a:t>‹#›</a:t>
            </a:fld>
            <a:endParaRPr lang="en-US"/>
          </a:p>
        </p:txBody>
      </p:sp>
    </p:spTree>
    <p:extLst>
      <p:ext uri="{BB962C8B-B14F-4D97-AF65-F5344CB8AC3E}">
        <p14:creationId xmlns:p14="http://schemas.microsoft.com/office/powerpoint/2010/main" val="4150319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0EE8C1-02D3-68B7-4336-50618B64CAA9}"/>
              </a:ext>
            </a:extLst>
          </p:cNvPr>
          <p:cNvSpPr>
            <a:spLocks noGrp="1"/>
          </p:cNvSpPr>
          <p:nvPr>
            <p:ph type="dt" sz="half" idx="10"/>
          </p:nvPr>
        </p:nvSpPr>
        <p:spPr/>
        <p:txBody>
          <a:bodyPr/>
          <a:lstStyle/>
          <a:p>
            <a:fld id="{6C6B1B08-17AE-44D7-8669-EBB3539C7368}" type="datetimeFigureOut">
              <a:rPr lang="en-US" smtClean="0"/>
              <a:t>3/13/2023</a:t>
            </a:fld>
            <a:endParaRPr lang="en-US"/>
          </a:p>
        </p:txBody>
      </p:sp>
      <p:sp>
        <p:nvSpPr>
          <p:cNvPr id="3" name="Footer Placeholder 2">
            <a:extLst>
              <a:ext uri="{FF2B5EF4-FFF2-40B4-BE49-F238E27FC236}">
                <a16:creationId xmlns:a16="http://schemas.microsoft.com/office/drawing/2014/main" id="{1307A861-A4D1-8ABC-C5BE-33BDFB8F34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91E0804-8CE9-B698-93F6-77329B5443A3}"/>
              </a:ext>
            </a:extLst>
          </p:cNvPr>
          <p:cNvSpPr>
            <a:spLocks noGrp="1"/>
          </p:cNvSpPr>
          <p:nvPr>
            <p:ph type="sldNum" sz="quarter" idx="12"/>
          </p:nvPr>
        </p:nvSpPr>
        <p:spPr/>
        <p:txBody>
          <a:bodyPr/>
          <a:lstStyle/>
          <a:p>
            <a:fld id="{4EE9819C-C3BF-4474-A259-A103DEE13AD3}" type="slidenum">
              <a:rPr lang="en-US" smtClean="0"/>
              <a:t>‹#›</a:t>
            </a:fld>
            <a:endParaRPr lang="en-US"/>
          </a:p>
        </p:txBody>
      </p:sp>
    </p:spTree>
    <p:extLst>
      <p:ext uri="{BB962C8B-B14F-4D97-AF65-F5344CB8AC3E}">
        <p14:creationId xmlns:p14="http://schemas.microsoft.com/office/powerpoint/2010/main" val="1452361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3D458-B503-A133-A1C4-2BF7232BEA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C0CA2F8-DFEC-1B10-AD45-F2B5663149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9D4913E-A07B-F7BD-A932-67BC1FD5A0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38BA5D-1167-CE62-4FC8-E92FE9D577D9}"/>
              </a:ext>
            </a:extLst>
          </p:cNvPr>
          <p:cNvSpPr>
            <a:spLocks noGrp="1"/>
          </p:cNvSpPr>
          <p:nvPr>
            <p:ph type="dt" sz="half" idx="10"/>
          </p:nvPr>
        </p:nvSpPr>
        <p:spPr/>
        <p:txBody>
          <a:bodyPr/>
          <a:lstStyle/>
          <a:p>
            <a:fld id="{6C6B1B08-17AE-44D7-8669-EBB3539C7368}" type="datetimeFigureOut">
              <a:rPr lang="en-US" smtClean="0"/>
              <a:t>3/13/2023</a:t>
            </a:fld>
            <a:endParaRPr lang="en-US"/>
          </a:p>
        </p:txBody>
      </p:sp>
      <p:sp>
        <p:nvSpPr>
          <p:cNvPr id="6" name="Footer Placeholder 5">
            <a:extLst>
              <a:ext uri="{FF2B5EF4-FFF2-40B4-BE49-F238E27FC236}">
                <a16:creationId xmlns:a16="http://schemas.microsoft.com/office/drawing/2014/main" id="{FFF8C98C-DF23-AD6E-D77B-B27933E07B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E9755D-BB6D-25FB-264C-0BA55AC58BAD}"/>
              </a:ext>
            </a:extLst>
          </p:cNvPr>
          <p:cNvSpPr>
            <a:spLocks noGrp="1"/>
          </p:cNvSpPr>
          <p:nvPr>
            <p:ph type="sldNum" sz="quarter" idx="12"/>
          </p:nvPr>
        </p:nvSpPr>
        <p:spPr/>
        <p:txBody>
          <a:bodyPr/>
          <a:lstStyle/>
          <a:p>
            <a:fld id="{4EE9819C-C3BF-4474-A259-A103DEE13AD3}" type="slidenum">
              <a:rPr lang="en-US" smtClean="0"/>
              <a:t>‹#›</a:t>
            </a:fld>
            <a:endParaRPr lang="en-US"/>
          </a:p>
        </p:txBody>
      </p:sp>
    </p:spTree>
    <p:extLst>
      <p:ext uri="{BB962C8B-B14F-4D97-AF65-F5344CB8AC3E}">
        <p14:creationId xmlns:p14="http://schemas.microsoft.com/office/powerpoint/2010/main" val="2518065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0C64F-402E-A78A-799E-A4262BD291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753453-AC26-9670-2602-26778DC349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26E514-5EF1-657A-A322-810EAACBF0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2C57B4-2F27-DF29-7F1A-D725B24846F5}"/>
              </a:ext>
            </a:extLst>
          </p:cNvPr>
          <p:cNvSpPr>
            <a:spLocks noGrp="1"/>
          </p:cNvSpPr>
          <p:nvPr>
            <p:ph type="dt" sz="half" idx="10"/>
          </p:nvPr>
        </p:nvSpPr>
        <p:spPr/>
        <p:txBody>
          <a:bodyPr/>
          <a:lstStyle/>
          <a:p>
            <a:fld id="{6C6B1B08-17AE-44D7-8669-EBB3539C7368}" type="datetimeFigureOut">
              <a:rPr lang="en-US" smtClean="0"/>
              <a:t>3/13/2023</a:t>
            </a:fld>
            <a:endParaRPr lang="en-US"/>
          </a:p>
        </p:txBody>
      </p:sp>
      <p:sp>
        <p:nvSpPr>
          <p:cNvPr id="6" name="Footer Placeholder 5">
            <a:extLst>
              <a:ext uri="{FF2B5EF4-FFF2-40B4-BE49-F238E27FC236}">
                <a16:creationId xmlns:a16="http://schemas.microsoft.com/office/drawing/2014/main" id="{E23B7133-FA34-556B-FF51-65C935A64B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BDEDD6-8055-7C67-AE2F-06B41DB67AFD}"/>
              </a:ext>
            </a:extLst>
          </p:cNvPr>
          <p:cNvSpPr>
            <a:spLocks noGrp="1"/>
          </p:cNvSpPr>
          <p:nvPr>
            <p:ph type="sldNum" sz="quarter" idx="12"/>
          </p:nvPr>
        </p:nvSpPr>
        <p:spPr/>
        <p:txBody>
          <a:bodyPr/>
          <a:lstStyle/>
          <a:p>
            <a:fld id="{4EE9819C-C3BF-4474-A259-A103DEE13AD3}" type="slidenum">
              <a:rPr lang="en-US" smtClean="0"/>
              <a:t>‹#›</a:t>
            </a:fld>
            <a:endParaRPr lang="en-US"/>
          </a:p>
        </p:txBody>
      </p:sp>
    </p:spTree>
    <p:extLst>
      <p:ext uri="{BB962C8B-B14F-4D97-AF65-F5344CB8AC3E}">
        <p14:creationId xmlns:p14="http://schemas.microsoft.com/office/powerpoint/2010/main" val="2114223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97DDE-DAFB-EF8A-367E-CAF2D5D8C1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2BF823-47C1-648B-ED29-EF82E250D7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DAAD28-BFBE-527C-9405-E15FEBE842DD}"/>
              </a:ext>
            </a:extLst>
          </p:cNvPr>
          <p:cNvSpPr>
            <a:spLocks noGrp="1"/>
          </p:cNvSpPr>
          <p:nvPr>
            <p:ph type="dt" sz="half" idx="10"/>
          </p:nvPr>
        </p:nvSpPr>
        <p:spPr/>
        <p:txBody>
          <a:bodyPr/>
          <a:lstStyle/>
          <a:p>
            <a:fld id="{6C6B1B08-17AE-44D7-8669-EBB3539C7368}" type="datetimeFigureOut">
              <a:rPr lang="en-US" smtClean="0"/>
              <a:t>3/13/2023</a:t>
            </a:fld>
            <a:endParaRPr lang="en-US"/>
          </a:p>
        </p:txBody>
      </p:sp>
      <p:sp>
        <p:nvSpPr>
          <p:cNvPr id="5" name="Footer Placeholder 4">
            <a:extLst>
              <a:ext uri="{FF2B5EF4-FFF2-40B4-BE49-F238E27FC236}">
                <a16:creationId xmlns:a16="http://schemas.microsoft.com/office/drawing/2014/main" id="{C8435283-BF9A-E9A3-55CD-065F4C7504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8D9C7-87DF-E05F-3952-3189F24D34E8}"/>
              </a:ext>
            </a:extLst>
          </p:cNvPr>
          <p:cNvSpPr>
            <a:spLocks noGrp="1"/>
          </p:cNvSpPr>
          <p:nvPr>
            <p:ph type="sldNum" sz="quarter" idx="12"/>
          </p:nvPr>
        </p:nvSpPr>
        <p:spPr/>
        <p:txBody>
          <a:bodyPr/>
          <a:lstStyle/>
          <a:p>
            <a:fld id="{4EE9819C-C3BF-4474-A259-A103DEE13AD3}" type="slidenum">
              <a:rPr lang="en-US" smtClean="0"/>
              <a:t>‹#›</a:t>
            </a:fld>
            <a:endParaRPr lang="en-US"/>
          </a:p>
        </p:txBody>
      </p:sp>
    </p:spTree>
    <p:extLst>
      <p:ext uri="{BB962C8B-B14F-4D97-AF65-F5344CB8AC3E}">
        <p14:creationId xmlns:p14="http://schemas.microsoft.com/office/powerpoint/2010/main" val="2248849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3BDC2C-BBB8-A43C-03E5-CC8815F2FDB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6CFAD3F-8702-6E6D-3292-A37B3924B7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77F011-9A89-E138-5546-BE69CA78D296}"/>
              </a:ext>
            </a:extLst>
          </p:cNvPr>
          <p:cNvSpPr>
            <a:spLocks noGrp="1"/>
          </p:cNvSpPr>
          <p:nvPr>
            <p:ph type="dt" sz="half" idx="10"/>
          </p:nvPr>
        </p:nvSpPr>
        <p:spPr/>
        <p:txBody>
          <a:bodyPr/>
          <a:lstStyle/>
          <a:p>
            <a:fld id="{6C6B1B08-17AE-44D7-8669-EBB3539C7368}" type="datetimeFigureOut">
              <a:rPr lang="en-US" smtClean="0"/>
              <a:t>3/13/2023</a:t>
            </a:fld>
            <a:endParaRPr lang="en-US"/>
          </a:p>
        </p:txBody>
      </p:sp>
      <p:sp>
        <p:nvSpPr>
          <p:cNvPr id="5" name="Footer Placeholder 4">
            <a:extLst>
              <a:ext uri="{FF2B5EF4-FFF2-40B4-BE49-F238E27FC236}">
                <a16:creationId xmlns:a16="http://schemas.microsoft.com/office/drawing/2014/main" id="{C0B137EC-6436-A232-4BDD-D1377DF8BB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0F7DFF-7AC5-8E29-F8FD-06CCB14C79FF}"/>
              </a:ext>
            </a:extLst>
          </p:cNvPr>
          <p:cNvSpPr>
            <a:spLocks noGrp="1"/>
          </p:cNvSpPr>
          <p:nvPr>
            <p:ph type="sldNum" sz="quarter" idx="12"/>
          </p:nvPr>
        </p:nvSpPr>
        <p:spPr/>
        <p:txBody>
          <a:bodyPr/>
          <a:lstStyle/>
          <a:p>
            <a:fld id="{4EE9819C-C3BF-4474-A259-A103DEE13AD3}" type="slidenum">
              <a:rPr lang="en-US" smtClean="0"/>
              <a:t>‹#›</a:t>
            </a:fld>
            <a:endParaRPr lang="en-US"/>
          </a:p>
        </p:txBody>
      </p:sp>
    </p:spTree>
    <p:extLst>
      <p:ext uri="{BB962C8B-B14F-4D97-AF65-F5344CB8AC3E}">
        <p14:creationId xmlns:p14="http://schemas.microsoft.com/office/powerpoint/2010/main" val="1937766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C7EC2F-2B64-76AE-7CBF-126E37124D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3BD9EC-4935-BA96-AD63-7A7A2C1755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44D18A-EE83-53CB-86F2-47353F3061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6B1B08-17AE-44D7-8669-EBB3539C7368}" type="datetimeFigureOut">
              <a:rPr lang="en-US" smtClean="0"/>
              <a:t>3/13/2023</a:t>
            </a:fld>
            <a:endParaRPr lang="en-US"/>
          </a:p>
        </p:txBody>
      </p:sp>
      <p:sp>
        <p:nvSpPr>
          <p:cNvPr id="5" name="Footer Placeholder 4">
            <a:extLst>
              <a:ext uri="{FF2B5EF4-FFF2-40B4-BE49-F238E27FC236}">
                <a16:creationId xmlns:a16="http://schemas.microsoft.com/office/drawing/2014/main" id="{F2C5E05D-D8A6-1E04-E8C6-6E6204CFFB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01177BC-FFC4-9992-58DE-45B28C7A9C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E9819C-C3BF-4474-A259-A103DEE13AD3}" type="slidenum">
              <a:rPr lang="en-US" smtClean="0"/>
              <a:t>‹#›</a:t>
            </a:fld>
            <a:endParaRPr lang="en-US"/>
          </a:p>
        </p:txBody>
      </p:sp>
    </p:spTree>
    <p:extLst>
      <p:ext uri="{BB962C8B-B14F-4D97-AF65-F5344CB8AC3E}">
        <p14:creationId xmlns:p14="http://schemas.microsoft.com/office/powerpoint/2010/main" val="3112940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file:///C:\Users\hxng\OneDrive%20-%20UC%20San%20Diego\brainlab\varicat\varicat_ontology_full_names.html"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1.jpeg"/><Relationship Id="rId4" Type="http://schemas.openxmlformats.org/officeDocument/2006/relationships/hyperlink" Target="file:///C:\Users\hxng\OneDrive%20-%20UC%20San%20Diego\brainlab\varicat\varicat_ontology_clinical_characteristics.html"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jpeg"/><Relationship Id="rId18" Type="http://schemas.openxmlformats.org/officeDocument/2006/relationships/image" Target="../media/image20.jpeg"/><Relationship Id="rId3" Type="http://schemas.openxmlformats.org/officeDocument/2006/relationships/image" Target="../media/image5.jpeg"/><Relationship Id="rId21" Type="http://schemas.openxmlformats.org/officeDocument/2006/relationships/hyperlink" Target="file:///C:\Users\hxng\OneDrive%20-%20UC%20San%20Diego\brainlab\varicat\full_ontology\Cognitive.html" TargetMode="External"/><Relationship Id="rId7" Type="http://schemas.openxmlformats.org/officeDocument/2006/relationships/image" Target="../media/image9.jpeg"/><Relationship Id="rId12" Type="http://schemas.openxmlformats.org/officeDocument/2006/relationships/image" Target="../media/image14.jpeg"/><Relationship Id="rId17" Type="http://schemas.openxmlformats.org/officeDocument/2006/relationships/image" Target="../media/image19.jpeg"/><Relationship Id="rId2" Type="http://schemas.openxmlformats.org/officeDocument/2006/relationships/notesSlide" Target="../notesSlides/notesSlide3.xml"/><Relationship Id="rId16" Type="http://schemas.openxmlformats.org/officeDocument/2006/relationships/image" Target="../media/image18.jpeg"/><Relationship Id="rId20" Type="http://schemas.openxmlformats.org/officeDocument/2006/relationships/image" Target="../media/image22.jpeg"/><Relationship Id="rId1" Type="http://schemas.openxmlformats.org/officeDocument/2006/relationships/slideLayout" Target="../slideLayouts/slideLayout4.xml"/><Relationship Id="rId6" Type="http://schemas.openxmlformats.org/officeDocument/2006/relationships/image" Target="../media/image8.jpeg"/><Relationship Id="rId11" Type="http://schemas.openxmlformats.org/officeDocument/2006/relationships/image" Target="../media/image13.jpeg"/><Relationship Id="rId5" Type="http://schemas.openxmlformats.org/officeDocument/2006/relationships/image" Target="../media/image7.jpeg"/><Relationship Id="rId15" Type="http://schemas.openxmlformats.org/officeDocument/2006/relationships/image" Target="../media/image17.jpeg"/><Relationship Id="rId23" Type="http://schemas.openxmlformats.org/officeDocument/2006/relationships/hyperlink" Target="file:///C:\Users\hxng\OneDrive%20-%20UC%20San%20Diego\brainlab\varicat\full_ontology\Current_illness_severity.html" TargetMode="External"/><Relationship Id="rId10" Type="http://schemas.openxmlformats.org/officeDocument/2006/relationships/image" Target="../media/image12.jpeg"/><Relationship Id="rId19" Type="http://schemas.openxmlformats.org/officeDocument/2006/relationships/image" Target="../media/image21.jpeg"/><Relationship Id="rId4" Type="http://schemas.openxmlformats.org/officeDocument/2006/relationships/image" Target="../media/image6.jpeg"/><Relationship Id="rId9" Type="http://schemas.openxmlformats.org/officeDocument/2006/relationships/image" Target="../media/image11.jpeg"/><Relationship Id="rId14" Type="http://schemas.openxmlformats.org/officeDocument/2006/relationships/image" Target="../media/image16.jpeg"/><Relationship Id="rId22" Type="http://schemas.openxmlformats.org/officeDocument/2006/relationships/image" Target="../media/image23.jpe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3" Type="http://schemas.openxmlformats.org/officeDocument/2006/relationships/image" Target="../media/image12.jpeg"/><Relationship Id="rId18" Type="http://schemas.openxmlformats.org/officeDocument/2006/relationships/image" Target="../media/image17.jpeg"/><Relationship Id="rId26" Type="http://schemas.openxmlformats.org/officeDocument/2006/relationships/hyperlink" Target="file:///C:\Users\hxng\OneDrive%20-%20UC%20San%20Diego\brainlab\varicat\inflammaging\inflammaging_Current_illness_severity.html" TargetMode="External"/><Relationship Id="rId39" Type="http://schemas.openxmlformats.org/officeDocument/2006/relationships/image" Target="../media/image40.jpeg"/><Relationship Id="rId21" Type="http://schemas.openxmlformats.org/officeDocument/2006/relationships/image" Target="../media/image20.jpeg"/><Relationship Id="rId34" Type="http://schemas.openxmlformats.org/officeDocument/2006/relationships/image" Target="../media/image35.jpeg"/><Relationship Id="rId7" Type="http://schemas.openxmlformats.org/officeDocument/2006/relationships/image" Target="../media/image6.jpeg"/><Relationship Id="rId12" Type="http://schemas.openxmlformats.org/officeDocument/2006/relationships/image" Target="../media/image11.jpeg"/><Relationship Id="rId17" Type="http://schemas.openxmlformats.org/officeDocument/2006/relationships/image" Target="../media/image16.jpeg"/><Relationship Id="rId25" Type="http://schemas.openxmlformats.org/officeDocument/2006/relationships/image" Target="../media/image23.jpeg"/><Relationship Id="rId33" Type="http://schemas.openxmlformats.org/officeDocument/2006/relationships/image" Target="../media/image34.jpeg"/><Relationship Id="rId38" Type="http://schemas.openxmlformats.org/officeDocument/2006/relationships/image" Target="../media/image39.jpeg"/><Relationship Id="rId2" Type="http://schemas.openxmlformats.org/officeDocument/2006/relationships/notesSlide" Target="../notesSlides/notesSlide5.xml"/><Relationship Id="rId16" Type="http://schemas.openxmlformats.org/officeDocument/2006/relationships/image" Target="../media/image15.jpeg"/><Relationship Id="rId20" Type="http://schemas.openxmlformats.org/officeDocument/2006/relationships/image" Target="../media/image19.jpeg"/><Relationship Id="rId29" Type="http://schemas.openxmlformats.org/officeDocument/2006/relationships/image" Target="../media/image30.jpeg"/><Relationship Id="rId1" Type="http://schemas.openxmlformats.org/officeDocument/2006/relationships/slideLayout" Target="../slideLayouts/slideLayout4.xml"/><Relationship Id="rId6" Type="http://schemas.openxmlformats.org/officeDocument/2006/relationships/image" Target="../media/image5.jpeg"/><Relationship Id="rId11" Type="http://schemas.openxmlformats.org/officeDocument/2006/relationships/image" Target="../media/image10.jpeg"/><Relationship Id="rId24" Type="http://schemas.openxmlformats.org/officeDocument/2006/relationships/hyperlink" Target="file:///C:\Users\hxng\OneDrive%20-%20UC%20San%20Diego\brainlab\varicat\inflammaging\inflammaging_Cognitive.html" TargetMode="External"/><Relationship Id="rId32" Type="http://schemas.openxmlformats.org/officeDocument/2006/relationships/image" Target="../media/image33.jpeg"/><Relationship Id="rId37" Type="http://schemas.openxmlformats.org/officeDocument/2006/relationships/image" Target="../media/image38.jpeg"/><Relationship Id="rId5" Type="http://schemas.openxmlformats.org/officeDocument/2006/relationships/image" Target="../media/image27.jpeg"/><Relationship Id="rId15" Type="http://schemas.openxmlformats.org/officeDocument/2006/relationships/image" Target="../media/image14.jpeg"/><Relationship Id="rId23" Type="http://schemas.openxmlformats.org/officeDocument/2006/relationships/image" Target="../media/image22.jpeg"/><Relationship Id="rId28" Type="http://schemas.openxmlformats.org/officeDocument/2006/relationships/image" Target="../media/image29.jpeg"/><Relationship Id="rId36" Type="http://schemas.openxmlformats.org/officeDocument/2006/relationships/image" Target="../media/image37.jpeg"/><Relationship Id="rId10" Type="http://schemas.openxmlformats.org/officeDocument/2006/relationships/image" Target="../media/image9.jpeg"/><Relationship Id="rId19" Type="http://schemas.openxmlformats.org/officeDocument/2006/relationships/image" Target="../media/image18.jpeg"/><Relationship Id="rId31" Type="http://schemas.openxmlformats.org/officeDocument/2006/relationships/image" Target="../media/image32.jpeg"/><Relationship Id="rId4" Type="http://schemas.openxmlformats.org/officeDocument/2006/relationships/image" Target="../media/image26.jpeg"/><Relationship Id="rId9" Type="http://schemas.openxmlformats.org/officeDocument/2006/relationships/image" Target="../media/image8.jpeg"/><Relationship Id="rId14" Type="http://schemas.openxmlformats.org/officeDocument/2006/relationships/image" Target="../media/image13.jpeg"/><Relationship Id="rId22" Type="http://schemas.openxmlformats.org/officeDocument/2006/relationships/image" Target="../media/image21.jpeg"/><Relationship Id="rId27" Type="http://schemas.openxmlformats.org/officeDocument/2006/relationships/image" Target="../media/image28.png"/><Relationship Id="rId30" Type="http://schemas.openxmlformats.org/officeDocument/2006/relationships/image" Target="../media/image31.jpeg"/><Relationship Id="rId35" Type="http://schemas.openxmlformats.org/officeDocument/2006/relationships/image" Target="../media/image36.jpeg"/><Relationship Id="rId8" Type="http://schemas.openxmlformats.org/officeDocument/2006/relationships/image" Target="../media/image7.jpeg"/><Relationship Id="rId3" Type="http://schemas.openxmlformats.org/officeDocument/2006/relationships/image" Target="../media/image25.jpeg"/></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3" Type="http://schemas.openxmlformats.org/officeDocument/2006/relationships/image" Target="../media/image15.jpeg"/><Relationship Id="rId18" Type="http://schemas.openxmlformats.org/officeDocument/2006/relationships/image" Target="../media/image20.jpeg"/><Relationship Id="rId26" Type="http://schemas.openxmlformats.org/officeDocument/2006/relationships/image" Target="../media/image50.jpeg"/><Relationship Id="rId3" Type="http://schemas.openxmlformats.org/officeDocument/2006/relationships/image" Target="../media/image5.jpeg"/><Relationship Id="rId21" Type="http://schemas.openxmlformats.org/officeDocument/2006/relationships/image" Target="../media/image23.jpeg"/><Relationship Id="rId34" Type="http://schemas.openxmlformats.org/officeDocument/2006/relationships/hyperlink" Target="file:///C:\Users\hxng\OneDrive%20-%20UC%20San%20Diego\brainlab\varicat\integrated_gage\integrated_gage_Current_illness_severity.html" TargetMode="External"/><Relationship Id="rId7" Type="http://schemas.openxmlformats.org/officeDocument/2006/relationships/image" Target="../media/image9.jpeg"/><Relationship Id="rId12" Type="http://schemas.openxmlformats.org/officeDocument/2006/relationships/image" Target="../media/image14.jpeg"/><Relationship Id="rId17" Type="http://schemas.openxmlformats.org/officeDocument/2006/relationships/image" Target="../media/image19.jpeg"/><Relationship Id="rId25" Type="http://schemas.openxmlformats.org/officeDocument/2006/relationships/image" Target="../media/image49.jpeg"/><Relationship Id="rId33" Type="http://schemas.openxmlformats.org/officeDocument/2006/relationships/hyperlink" Target="file:///C:\Users\hxng\OneDrive%20-%20UC%20San%20Diego\brainlab\varicat\integrated_gage\integrated_gage_Cognitive.html" TargetMode="External"/><Relationship Id="rId2" Type="http://schemas.openxmlformats.org/officeDocument/2006/relationships/notesSlide" Target="../notesSlides/notesSlide10.xml"/><Relationship Id="rId16" Type="http://schemas.openxmlformats.org/officeDocument/2006/relationships/image" Target="../media/image18.jpeg"/><Relationship Id="rId20" Type="http://schemas.openxmlformats.org/officeDocument/2006/relationships/image" Target="../media/image22.jpeg"/><Relationship Id="rId29" Type="http://schemas.openxmlformats.org/officeDocument/2006/relationships/image" Target="../media/image53.jpeg"/><Relationship Id="rId1" Type="http://schemas.openxmlformats.org/officeDocument/2006/relationships/slideLayout" Target="../slideLayouts/slideLayout4.xml"/><Relationship Id="rId6" Type="http://schemas.openxmlformats.org/officeDocument/2006/relationships/image" Target="../media/image8.jpeg"/><Relationship Id="rId11" Type="http://schemas.openxmlformats.org/officeDocument/2006/relationships/image" Target="../media/image13.jpeg"/><Relationship Id="rId24" Type="http://schemas.openxmlformats.org/officeDocument/2006/relationships/image" Target="../media/image48.jpeg"/><Relationship Id="rId32" Type="http://schemas.openxmlformats.org/officeDocument/2006/relationships/image" Target="../media/image56.jpeg"/><Relationship Id="rId5" Type="http://schemas.openxmlformats.org/officeDocument/2006/relationships/image" Target="../media/image7.jpeg"/><Relationship Id="rId15" Type="http://schemas.openxmlformats.org/officeDocument/2006/relationships/image" Target="../media/image17.jpeg"/><Relationship Id="rId23" Type="http://schemas.openxmlformats.org/officeDocument/2006/relationships/image" Target="../media/image47.jpeg"/><Relationship Id="rId28" Type="http://schemas.openxmlformats.org/officeDocument/2006/relationships/image" Target="../media/image52.jpeg"/><Relationship Id="rId10" Type="http://schemas.openxmlformats.org/officeDocument/2006/relationships/image" Target="../media/image12.jpeg"/><Relationship Id="rId19" Type="http://schemas.openxmlformats.org/officeDocument/2006/relationships/image" Target="../media/image21.jpeg"/><Relationship Id="rId31" Type="http://schemas.openxmlformats.org/officeDocument/2006/relationships/image" Target="../media/image55.jpeg"/><Relationship Id="rId4" Type="http://schemas.openxmlformats.org/officeDocument/2006/relationships/image" Target="../media/image6.jpeg"/><Relationship Id="rId9" Type="http://schemas.openxmlformats.org/officeDocument/2006/relationships/image" Target="../media/image11.jpeg"/><Relationship Id="rId14" Type="http://schemas.openxmlformats.org/officeDocument/2006/relationships/image" Target="../media/image16.jpeg"/><Relationship Id="rId22" Type="http://schemas.openxmlformats.org/officeDocument/2006/relationships/image" Target="../media/image46.jpeg"/><Relationship Id="rId27" Type="http://schemas.openxmlformats.org/officeDocument/2006/relationships/image" Target="../media/image51.jpeg"/><Relationship Id="rId30" Type="http://schemas.openxmlformats.org/officeDocument/2006/relationships/image" Target="../media/image54.jpeg"/><Relationship Id="rId8"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C86A3-20FF-585D-2948-5AE730CB19CD}"/>
              </a:ext>
            </a:extLst>
          </p:cNvPr>
          <p:cNvSpPr>
            <a:spLocks noGrp="1"/>
          </p:cNvSpPr>
          <p:nvPr>
            <p:ph type="ctrTitle"/>
          </p:nvPr>
        </p:nvSpPr>
        <p:spPr/>
        <p:txBody>
          <a:bodyPr/>
          <a:lstStyle/>
          <a:p>
            <a:r>
              <a:rPr lang="en-US" dirty="0" err="1"/>
              <a:t>VariCat</a:t>
            </a:r>
            <a:endParaRPr lang="en-US" dirty="0"/>
          </a:p>
        </p:txBody>
      </p:sp>
      <p:sp>
        <p:nvSpPr>
          <p:cNvPr id="3" name="Subtitle 2">
            <a:extLst>
              <a:ext uri="{FF2B5EF4-FFF2-40B4-BE49-F238E27FC236}">
                <a16:creationId xmlns:a16="http://schemas.microsoft.com/office/drawing/2014/main" id="{21FA1309-1F5D-48DD-ED1B-697F1713CF3D}"/>
              </a:ext>
            </a:extLst>
          </p:cNvPr>
          <p:cNvSpPr>
            <a:spLocks noGrp="1"/>
          </p:cNvSpPr>
          <p:nvPr>
            <p:ph type="subTitle" idx="1"/>
          </p:nvPr>
        </p:nvSpPr>
        <p:spPr>
          <a:xfrm>
            <a:off x="1117600" y="3581718"/>
            <a:ext cx="9794240" cy="1655762"/>
          </a:xfrm>
        </p:spPr>
        <p:txBody>
          <a:bodyPr/>
          <a:lstStyle/>
          <a:p>
            <a:r>
              <a:rPr lang="en-US" sz="1800" i="0" u="none" strike="noStrike" dirty="0">
                <a:solidFill>
                  <a:srgbClr val="000000"/>
                </a:solidFill>
                <a:effectLst/>
                <a:latin typeface="Arial" panose="020B0604020202020204" pitchFamily="34" charset="0"/>
              </a:rPr>
              <a:t>An interactive variable categorization program to streamline integration of archival dataset</a:t>
            </a:r>
          </a:p>
          <a:p>
            <a:r>
              <a:rPr lang="en-US" sz="1800" dirty="0">
                <a:solidFill>
                  <a:srgbClr val="000000"/>
                </a:solidFill>
                <a:latin typeface="Arial" panose="020B0604020202020204" pitchFamily="34" charset="0"/>
              </a:rPr>
              <a:t>8</a:t>
            </a:r>
            <a:r>
              <a:rPr lang="en-US" sz="1800" baseline="30000" dirty="0">
                <a:solidFill>
                  <a:srgbClr val="000000"/>
                </a:solidFill>
                <a:latin typeface="Arial" panose="020B0604020202020204" pitchFamily="34" charset="0"/>
              </a:rPr>
              <a:t>th</a:t>
            </a:r>
            <a:r>
              <a:rPr lang="en-US" sz="1800" dirty="0">
                <a:solidFill>
                  <a:srgbClr val="000000"/>
                </a:solidFill>
                <a:latin typeface="Arial" panose="020B0604020202020204" pitchFamily="34" charset="0"/>
              </a:rPr>
              <a:t> March 2023</a:t>
            </a:r>
            <a:endParaRPr lang="en-US" dirty="0"/>
          </a:p>
        </p:txBody>
      </p:sp>
    </p:spTree>
    <p:extLst>
      <p:ext uri="{BB962C8B-B14F-4D97-AF65-F5344CB8AC3E}">
        <p14:creationId xmlns:p14="http://schemas.microsoft.com/office/powerpoint/2010/main" val="822635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44460-1BCD-3368-D7BA-CA6E0892236C}"/>
              </a:ext>
            </a:extLst>
          </p:cNvPr>
          <p:cNvSpPr>
            <a:spLocks noGrp="1"/>
          </p:cNvSpPr>
          <p:nvPr>
            <p:ph type="title"/>
          </p:nvPr>
        </p:nvSpPr>
        <p:spPr>
          <a:xfrm>
            <a:off x="155981" y="261565"/>
            <a:ext cx="10374859" cy="521499"/>
          </a:xfrm>
        </p:spPr>
        <p:txBody>
          <a:bodyPr>
            <a:normAutofit fontScale="90000"/>
          </a:bodyPr>
          <a:lstStyle/>
          <a:p>
            <a:r>
              <a:rPr lang="en-US" dirty="0"/>
              <a:t>Ontology Visualization</a:t>
            </a:r>
          </a:p>
        </p:txBody>
      </p:sp>
      <p:sp>
        <p:nvSpPr>
          <p:cNvPr id="5" name="TextBox 4">
            <a:extLst>
              <a:ext uri="{FF2B5EF4-FFF2-40B4-BE49-F238E27FC236}">
                <a16:creationId xmlns:a16="http://schemas.microsoft.com/office/drawing/2014/main" id="{F01391F7-82F0-CA4B-FFE9-B70782C423B3}"/>
              </a:ext>
            </a:extLst>
          </p:cNvPr>
          <p:cNvSpPr txBox="1"/>
          <p:nvPr/>
        </p:nvSpPr>
        <p:spPr>
          <a:xfrm>
            <a:off x="155981" y="800652"/>
            <a:ext cx="9263082" cy="646331"/>
          </a:xfrm>
          <a:prstGeom prst="rect">
            <a:avLst/>
          </a:prstGeom>
          <a:noFill/>
        </p:spPr>
        <p:txBody>
          <a:bodyPr wrap="square" rtlCol="0">
            <a:spAutoFit/>
          </a:bodyPr>
          <a:lstStyle/>
          <a:p>
            <a:r>
              <a:rPr lang="en-US" dirty="0"/>
              <a:t>Click on each domain cluster to view and interact with individual nodes.</a:t>
            </a:r>
          </a:p>
          <a:p>
            <a:r>
              <a:rPr lang="en-US" dirty="0"/>
              <a:t>Explore the entire ontology using the </a:t>
            </a:r>
            <a:r>
              <a:rPr lang="en-US" dirty="0">
                <a:hlinkClick r:id="rId3"/>
              </a:rPr>
              <a:t>web browser</a:t>
            </a:r>
            <a:r>
              <a:rPr lang="en-US" dirty="0"/>
              <a:t>.  Example: </a:t>
            </a:r>
            <a:r>
              <a:rPr lang="en-US" dirty="0">
                <a:hlinkClick r:id="rId4"/>
              </a:rPr>
              <a:t>Clinical Characteristics</a:t>
            </a:r>
            <a:endParaRPr lang="en-US" dirty="0"/>
          </a:p>
        </p:txBody>
      </p:sp>
      <p:pic>
        <p:nvPicPr>
          <p:cNvPr id="4" name="Picture 3" descr="Chart, scatter chart&#10;&#10;Description automatically generated">
            <a:extLst>
              <a:ext uri="{FF2B5EF4-FFF2-40B4-BE49-F238E27FC236}">
                <a16:creationId xmlns:a16="http://schemas.microsoft.com/office/drawing/2014/main" id="{E4819542-2C63-51CF-1F81-819349D46F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42893" y="1758664"/>
            <a:ext cx="4837771" cy="4837771"/>
          </a:xfrm>
          <a:prstGeom prst="rect">
            <a:avLst/>
          </a:prstGeom>
        </p:spPr>
      </p:pic>
    </p:spTree>
    <p:extLst>
      <p:ext uri="{BB962C8B-B14F-4D97-AF65-F5344CB8AC3E}">
        <p14:creationId xmlns:p14="http://schemas.microsoft.com/office/powerpoint/2010/main" val="2157094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A8E37E2-F530-7539-1568-6E389AB064AF}"/>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71290" y="1819857"/>
            <a:ext cx="5395852" cy="372086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EF0E095-1E78-92C7-E779-32AF415DCF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4400" y="1819857"/>
            <a:ext cx="5909470" cy="196982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322E3749-B11F-1361-6959-A0B91501F3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4400" y="3911600"/>
            <a:ext cx="5943600" cy="2733675"/>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BF9BC5C0-3984-321D-E2B7-254E4CBD45F8}"/>
              </a:ext>
            </a:extLst>
          </p:cNvPr>
          <p:cNvSpPr txBox="1">
            <a:spLocks/>
          </p:cNvSpPr>
          <p:nvPr/>
        </p:nvSpPr>
        <p:spPr>
          <a:xfrm>
            <a:off x="245291" y="212725"/>
            <a:ext cx="10374859" cy="521499"/>
          </a:xfrm>
          <a:prstGeom prst="rect">
            <a:avLst/>
          </a:prstGeom>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err="1"/>
              <a:t>VariCat</a:t>
            </a:r>
            <a:r>
              <a:rPr lang="en-US" dirty="0"/>
              <a:t> Process</a:t>
            </a:r>
          </a:p>
        </p:txBody>
      </p:sp>
      <p:sp>
        <p:nvSpPr>
          <p:cNvPr id="6" name="Title 1">
            <a:extLst>
              <a:ext uri="{FF2B5EF4-FFF2-40B4-BE49-F238E27FC236}">
                <a16:creationId xmlns:a16="http://schemas.microsoft.com/office/drawing/2014/main" id="{3A0A0C53-24B5-58B9-2AE3-442194B31A19}"/>
              </a:ext>
            </a:extLst>
          </p:cNvPr>
          <p:cNvSpPr txBox="1">
            <a:spLocks/>
          </p:cNvSpPr>
          <p:nvPr/>
        </p:nvSpPr>
        <p:spPr>
          <a:xfrm>
            <a:off x="245291" y="1247559"/>
            <a:ext cx="2508070" cy="327241"/>
          </a:xfrm>
          <a:prstGeom prst="rect">
            <a:avLst/>
          </a:prstGeom>
        </p:spPr>
        <p:txBody>
          <a:bodyPr vert="horz" lIns="91440" tIns="45720" rIns="91440" bIns="45720" rtlCol="0" anchor="ctr">
            <a:normAutofit fontScale="4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err="1"/>
              <a:t>REDCap</a:t>
            </a:r>
            <a:endParaRPr lang="en-US" dirty="0"/>
          </a:p>
        </p:txBody>
      </p:sp>
      <p:sp>
        <p:nvSpPr>
          <p:cNvPr id="7" name="Title 1">
            <a:extLst>
              <a:ext uri="{FF2B5EF4-FFF2-40B4-BE49-F238E27FC236}">
                <a16:creationId xmlns:a16="http://schemas.microsoft.com/office/drawing/2014/main" id="{EB42977F-022E-8D5D-3CB4-E7220B4EEA01}"/>
              </a:ext>
            </a:extLst>
          </p:cNvPr>
          <p:cNvSpPr txBox="1">
            <a:spLocks/>
          </p:cNvSpPr>
          <p:nvPr/>
        </p:nvSpPr>
        <p:spPr>
          <a:xfrm>
            <a:off x="5994400" y="1370696"/>
            <a:ext cx="4625750" cy="327241"/>
          </a:xfrm>
          <a:prstGeom prst="rect">
            <a:avLst/>
          </a:prstGeom>
        </p:spPr>
        <p:txBody>
          <a:bodyPr vert="horz" lIns="91440" tIns="45720" rIns="91440" bIns="45720" rtlCol="0" anchor="ctr">
            <a:normAutofit fontScale="4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Python-based command line program </a:t>
            </a:r>
          </a:p>
        </p:txBody>
      </p:sp>
    </p:spTree>
    <p:extLst>
      <p:ext uri="{BB962C8B-B14F-4D97-AF65-F5344CB8AC3E}">
        <p14:creationId xmlns:p14="http://schemas.microsoft.com/office/powerpoint/2010/main" val="3104111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F9BC5C0-3984-321D-E2B7-254E4CBD45F8}"/>
              </a:ext>
            </a:extLst>
          </p:cNvPr>
          <p:cNvSpPr txBox="1">
            <a:spLocks/>
          </p:cNvSpPr>
          <p:nvPr/>
        </p:nvSpPr>
        <p:spPr>
          <a:xfrm>
            <a:off x="209665" y="355229"/>
            <a:ext cx="10374859" cy="521499"/>
          </a:xfrm>
          <a:prstGeom prst="rect">
            <a:avLst/>
          </a:prstGeom>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Data categorized using the </a:t>
            </a:r>
            <a:r>
              <a:rPr lang="en-US" dirty="0" err="1"/>
              <a:t>VariCat</a:t>
            </a:r>
            <a:r>
              <a:rPr lang="en-US" dirty="0"/>
              <a:t> Process</a:t>
            </a:r>
          </a:p>
        </p:txBody>
      </p:sp>
      <p:sp>
        <p:nvSpPr>
          <p:cNvPr id="4" name="TextBox 3">
            <a:extLst>
              <a:ext uri="{FF2B5EF4-FFF2-40B4-BE49-F238E27FC236}">
                <a16:creationId xmlns:a16="http://schemas.microsoft.com/office/drawing/2014/main" id="{BDAEA324-908D-03E5-B3C0-1DC82A23A2AE}"/>
              </a:ext>
            </a:extLst>
          </p:cNvPr>
          <p:cNvSpPr txBox="1"/>
          <p:nvPr/>
        </p:nvSpPr>
        <p:spPr>
          <a:xfrm>
            <a:off x="463162" y="1104406"/>
            <a:ext cx="4500748" cy="923330"/>
          </a:xfrm>
          <a:prstGeom prst="rect">
            <a:avLst/>
          </a:prstGeom>
          <a:noFill/>
        </p:spPr>
        <p:txBody>
          <a:bodyPr wrap="square" rtlCol="0">
            <a:spAutoFit/>
          </a:bodyPr>
          <a:lstStyle/>
          <a:p>
            <a:pPr marL="285750" indent="-285750">
              <a:buFontTx/>
              <a:buChar char="-"/>
            </a:pPr>
            <a:r>
              <a:rPr lang="en-US" dirty="0"/>
              <a:t>UCSD </a:t>
            </a:r>
            <a:r>
              <a:rPr lang="en-US" dirty="0" err="1"/>
              <a:t>Inflammaging</a:t>
            </a:r>
            <a:r>
              <a:rPr lang="en-US" dirty="0"/>
              <a:t> Dataset</a:t>
            </a:r>
          </a:p>
          <a:p>
            <a:pPr marL="285750" indent="-285750">
              <a:buFontTx/>
              <a:buChar char="-"/>
            </a:pPr>
            <a:r>
              <a:rPr lang="en-US" dirty="0"/>
              <a:t>All cognitive variables</a:t>
            </a:r>
          </a:p>
          <a:p>
            <a:pPr marL="285750" indent="-285750">
              <a:buFontTx/>
              <a:buChar char="-"/>
            </a:pPr>
            <a:r>
              <a:rPr lang="en-US" dirty="0"/>
              <a:t>GAGE Integrated Dataset</a:t>
            </a:r>
          </a:p>
        </p:txBody>
      </p:sp>
    </p:spTree>
    <p:extLst>
      <p:ext uri="{BB962C8B-B14F-4D97-AF65-F5344CB8AC3E}">
        <p14:creationId xmlns:p14="http://schemas.microsoft.com/office/powerpoint/2010/main" val="879984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Chart, scatter chart&#10;&#10;Description automatically generated">
            <a:extLst>
              <a:ext uri="{FF2B5EF4-FFF2-40B4-BE49-F238E27FC236}">
                <a16:creationId xmlns:a16="http://schemas.microsoft.com/office/drawing/2014/main" id="{943CED17-388D-71BF-D118-8D2E2AD137DA}"/>
              </a:ext>
            </a:extLst>
          </p:cNvPr>
          <p:cNvPicPr>
            <a:picLocks noChangeAspect="1"/>
          </p:cNvPicPr>
          <p:nvPr/>
        </p:nvPicPr>
        <p:blipFill rotWithShape="1">
          <a:blip r:embed="rId3">
            <a:extLst>
              <a:ext uri="{28A0092B-C50C-407E-A947-70E740481C1C}">
                <a14:useLocalDpi xmlns:a14="http://schemas.microsoft.com/office/drawing/2010/main" val="0"/>
              </a:ext>
            </a:extLst>
          </a:blip>
          <a:srcRect l="9185" t="10525" r="15045" b="13187"/>
          <a:stretch/>
        </p:blipFill>
        <p:spPr>
          <a:xfrm>
            <a:off x="322665" y="1460624"/>
            <a:ext cx="959652" cy="966231"/>
          </a:xfrm>
          <a:prstGeom prst="ellipse">
            <a:avLst/>
          </a:prstGeom>
        </p:spPr>
      </p:pic>
      <p:pic>
        <p:nvPicPr>
          <p:cNvPr id="12" name="Picture 11">
            <a:extLst>
              <a:ext uri="{FF2B5EF4-FFF2-40B4-BE49-F238E27FC236}">
                <a16:creationId xmlns:a16="http://schemas.microsoft.com/office/drawing/2014/main" id="{3F058A6E-D020-0E32-E948-8A2A5DFDAB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2624" y="1434260"/>
            <a:ext cx="991149" cy="991149"/>
          </a:xfrm>
          <a:prstGeom prst="rect">
            <a:avLst/>
          </a:prstGeom>
        </p:spPr>
      </p:pic>
      <p:pic>
        <p:nvPicPr>
          <p:cNvPr id="14" name="Picture 13" descr="Chart, scatter chart&#10;&#10;Description automatically generated">
            <a:extLst>
              <a:ext uri="{FF2B5EF4-FFF2-40B4-BE49-F238E27FC236}">
                <a16:creationId xmlns:a16="http://schemas.microsoft.com/office/drawing/2014/main" id="{14364C81-7C1A-9E80-11B9-6DFF27AB7D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4741" y="1434260"/>
            <a:ext cx="906166" cy="815454"/>
          </a:xfrm>
          <a:prstGeom prst="rect">
            <a:avLst/>
          </a:prstGeom>
        </p:spPr>
      </p:pic>
      <p:pic>
        <p:nvPicPr>
          <p:cNvPr id="16" name="Picture 15" descr="Chart, scatter chart&#10;&#10;Description automatically generated">
            <a:extLst>
              <a:ext uri="{FF2B5EF4-FFF2-40B4-BE49-F238E27FC236}">
                <a16:creationId xmlns:a16="http://schemas.microsoft.com/office/drawing/2014/main" id="{2CA82544-D413-0C8D-D7A4-756B7A96B0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23062" y="1459902"/>
            <a:ext cx="907453" cy="907453"/>
          </a:xfrm>
          <a:prstGeom prst="rect">
            <a:avLst/>
          </a:prstGeom>
        </p:spPr>
      </p:pic>
      <p:pic>
        <p:nvPicPr>
          <p:cNvPr id="18" name="Picture 17" descr="Chart, scatter chart&#10;&#10;Description automatically generated">
            <a:extLst>
              <a:ext uri="{FF2B5EF4-FFF2-40B4-BE49-F238E27FC236}">
                <a16:creationId xmlns:a16="http://schemas.microsoft.com/office/drawing/2014/main" id="{F6B3D135-6E14-1F8D-89C4-08253408E1C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202670" y="1461189"/>
            <a:ext cx="906166" cy="906166"/>
          </a:xfrm>
          <a:prstGeom prst="rect">
            <a:avLst/>
          </a:prstGeom>
        </p:spPr>
      </p:pic>
      <p:pic>
        <p:nvPicPr>
          <p:cNvPr id="20" name="Picture 19" descr="Chart, scatter chart&#10;&#10;Description automatically generated">
            <a:extLst>
              <a:ext uri="{FF2B5EF4-FFF2-40B4-BE49-F238E27FC236}">
                <a16:creationId xmlns:a16="http://schemas.microsoft.com/office/drawing/2014/main" id="{DA61BB6D-6B14-B68F-8BE2-EB33FCFD986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543766" y="1452955"/>
            <a:ext cx="914400" cy="914400"/>
          </a:xfrm>
          <a:prstGeom prst="rect">
            <a:avLst/>
          </a:prstGeom>
        </p:spPr>
      </p:pic>
      <p:pic>
        <p:nvPicPr>
          <p:cNvPr id="22" name="Picture 21" descr="Chart, scatter chart&#10;&#10;Description automatically generated">
            <a:extLst>
              <a:ext uri="{FF2B5EF4-FFF2-40B4-BE49-F238E27FC236}">
                <a16:creationId xmlns:a16="http://schemas.microsoft.com/office/drawing/2014/main" id="{93919454-4904-4736-B049-72F91390BF3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70375" y="1565257"/>
            <a:ext cx="684457" cy="684457"/>
          </a:xfrm>
          <a:prstGeom prst="rect">
            <a:avLst/>
          </a:prstGeom>
        </p:spPr>
      </p:pic>
      <p:pic>
        <p:nvPicPr>
          <p:cNvPr id="26" name="Picture 25" descr="Chart&#10;&#10;Description automatically generated">
            <a:extLst>
              <a:ext uri="{FF2B5EF4-FFF2-40B4-BE49-F238E27FC236}">
                <a16:creationId xmlns:a16="http://schemas.microsoft.com/office/drawing/2014/main" id="{556F6481-9C02-3AC9-79E8-3D78DDE909D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827007" y="1411910"/>
            <a:ext cx="991149" cy="991149"/>
          </a:xfrm>
          <a:prstGeom prst="rect">
            <a:avLst/>
          </a:prstGeom>
        </p:spPr>
      </p:pic>
      <p:pic>
        <p:nvPicPr>
          <p:cNvPr id="28" name="Picture 27" descr="Chart, scatter chart&#10;&#10;Description automatically generated">
            <a:extLst>
              <a:ext uri="{FF2B5EF4-FFF2-40B4-BE49-F238E27FC236}">
                <a16:creationId xmlns:a16="http://schemas.microsoft.com/office/drawing/2014/main" id="{A39B3C03-11BF-05AD-F6C8-37F7583FB8B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889973" y="1486192"/>
            <a:ext cx="906166" cy="906166"/>
          </a:xfrm>
          <a:prstGeom prst="rect">
            <a:avLst/>
          </a:prstGeom>
        </p:spPr>
      </p:pic>
      <p:pic>
        <p:nvPicPr>
          <p:cNvPr id="30" name="Picture 29" descr="Chart, scatter chart&#10;&#10;Description automatically generated">
            <a:extLst>
              <a:ext uri="{FF2B5EF4-FFF2-40B4-BE49-F238E27FC236}">
                <a16:creationId xmlns:a16="http://schemas.microsoft.com/office/drawing/2014/main" id="{615CCCCF-F0DB-4CC0-47FE-50E0BA57862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79537" y="3880969"/>
            <a:ext cx="950207" cy="950207"/>
          </a:xfrm>
          <a:prstGeom prst="rect">
            <a:avLst/>
          </a:prstGeom>
        </p:spPr>
      </p:pic>
      <p:pic>
        <p:nvPicPr>
          <p:cNvPr id="32" name="Picture 31" descr="Chart, scatter chart&#10;&#10;Description automatically generated">
            <a:extLst>
              <a:ext uri="{FF2B5EF4-FFF2-40B4-BE49-F238E27FC236}">
                <a16:creationId xmlns:a16="http://schemas.microsoft.com/office/drawing/2014/main" id="{B6C1F376-D660-3EE2-90EB-658496CCDA6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412624" y="3880968"/>
            <a:ext cx="950207" cy="950207"/>
          </a:xfrm>
          <a:prstGeom prst="rect">
            <a:avLst/>
          </a:prstGeom>
        </p:spPr>
      </p:pic>
      <p:pic>
        <p:nvPicPr>
          <p:cNvPr id="34" name="Picture 33" descr="Chart, scatter chart&#10;&#10;Description automatically generated">
            <a:extLst>
              <a:ext uri="{FF2B5EF4-FFF2-40B4-BE49-F238E27FC236}">
                <a16:creationId xmlns:a16="http://schemas.microsoft.com/office/drawing/2014/main" id="{7FFC8A43-2CC7-843E-DCD3-FA84C6428A38}"/>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487151" y="3880966"/>
            <a:ext cx="950207" cy="950207"/>
          </a:xfrm>
          <a:prstGeom prst="rect">
            <a:avLst/>
          </a:prstGeom>
        </p:spPr>
      </p:pic>
      <p:pic>
        <p:nvPicPr>
          <p:cNvPr id="36" name="Picture 35" descr="Chart, scatter chart&#10;&#10;Description automatically generated">
            <a:extLst>
              <a:ext uri="{FF2B5EF4-FFF2-40B4-BE49-F238E27FC236}">
                <a16:creationId xmlns:a16="http://schemas.microsoft.com/office/drawing/2014/main" id="{9B89CD9D-1C60-F29D-38AD-3A838E16294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591745" y="3880966"/>
            <a:ext cx="950207" cy="950207"/>
          </a:xfrm>
          <a:prstGeom prst="rect">
            <a:avLst/>
          </a:prstGeom>
        </p:spPr>
      </p:pic>
      <p:pic>
        <p:nvPicPr>
          <p:cNvPr id="38" name="Picture 37" descr="Chart, scatter chart&#10;&#10;Description automatically generated">
            <a:extLst>
              <a:ext uri="{FF2B5EF4-FFF2-40B4-BE49-F238E27FC236}">
                <a16:creationId xmlns:a16="http://schemas.microsoft.com/office/drawing/2014/main" id="{BBE6DF04-CB6C-B459-E1FC-82AA8B402D56}"/>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715968" y="3963743"/>
            <a:ext cx="911883" cy="911883"/>
          </a:xfrm>
          <a:prstGeom prst="rect">
            <a:avLst/>
          </a:prstGeom>
        </p:spPr>
      </p:pic>
      <p:pic>
        <p:nvPicPr>
          <p:cNvPr id="42" name="Picture 41" descr="Chart, scatter chart&#10;&#10;Description automatically generated">
            <a:extLst>
              <a:ext uri="{FF2B5EF4-FFF2-40B4-BE49-F238E27FC236}">
                <a16:creationId xmlns:a16="http://schemas.microsoft.com/office/drawing/2014/main" id="{A5F9ED27-1873-18D7-03D3-1014497477B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926090" y="3963743"/>
            <a:ext cx="833932" cy="833932"/>
          </a:xfrm>
          <a:prstGeom prst="rect">
            <a:avLst/>
          </a:prstGeom>
        </p:spPr>
      </p:pic>
      <p:pic>
        <p:nvPicPr>
          <p:cNvPr id="44" name="Picture 43" descr="Chart, scatter chart&#10;&#10;Description automatically generated">
            <a:extLst>
              <a:ext uri="{FF2B5EF4-FFF2-40B4-BE49-F238E27FC236}">
                <a16:creationId xmlns:a16="http://schemas.microsoft.com/office/drawing/2014/main" id="{13EAB5D4-B441-CA47-7F6C-890E3DB5D742}"/>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8061696" y="3925420"/>
            <a:ext cx="872255" cy="872255"/>
          </a:xfrm>
          <a:prstGeom prst="rect">
            <a:avLst/>
          </a:prstGeom>
        </p:spPr>
      </p:pic>
      <p:pic>
        <p:nvPicPr>
          <p:cNvPr id="46" name="Picture 45" descr="Chart, scatter chart&#10;&#10;Description automatically generated">
            <a:extLst>
              <a:ext uri="{FF2B5EF4-FFF2-40B4-BE49-F238E27FC236}">
                <a16:creationId xmlns:a16="http://schemas.microsoft.com/office/drawing/2014/main" id="{B5B654D0-5D5F-35E3-0818-59EDFEC70FED}"/>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9235625" y="4041672"/>
            <a:ext cx="710509" cy="710509"/>
          </a:xfrm>
          <a:prstGeom prst="rect">
            <a:avLst/>
          </a:prstGeom>
        </p:spPr>
      </p:pic>
      <p:pic>
        <p:nvPicPr>
          <p:cNvPr id="50" name="Picture 49" descr="Chart, scatter chart&#10;&#10;Description automatically generated">
            <a:extLst>
              <a:ext uri="{FF2B5EF4-FFF2-40B4-BE49-F238E27FC236}">
                <a16:creationId xmlns:a16="http://schemas.microsoft.com/office/drawing/2014/main" id="{8A5389DC-C30F-25C5-A967-58C0392940FD}"/>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929526" y="4075908"/>
            <a:ext cx="687036" cy="687036"/>
          </a:xfrm>
          <a:prstGeom prst="rect">
            <a:avLst/>
          </a:prstGeom>
        </p:spPr>
      </p:pic>
      <p:graphicFrame>
        <p:nvGraphicFramePr>
          <p:cNvPr id="65" name="Table 62">
            <a:extLst>
              <a:ext uri="{FF2B5EF4-FFF2-40B4-BE49-F238E27FC236}">
                <a16:creationId xmlns:a16="http://schemas.microsoft.com/office/drawing/2014/main" id="{D555DF52-CBE7-6AF4-70B1-E9B132167ACF}"/>
              </a:ext>
            </a:extLst>
          </p:cNvPr>
          <p:cNvGraphicFramePr>
            <a:graphicFrameLocks noGrp="1"/>
          </p:cNvGraphicFramePr>
          <p:nvPr>
            <p:extLst>
              <p:ext uri="{D42A27DB-BD31-4B8C-83A1-F6EECF244321}">
                <p14:modId xmlns:p14="http://schemas.microsoft.com/office/powerpoint/2010/main" val="1610358732"/>
              </p:ext>
            </p:extLst>
          </p:nvPr>
        </p:nvGraphicFramePr>
        <p:xfrm>
          <a:off x="174171" y="3984013"/>
          <a:ext cx="10972800" cy="146304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366832918"/>
                    </a:ext>
                  </a:extLst>
                </a:gridCol>
                <a:gridCol w="1097280">
                  <a:extLst>
                    <a:ext uri="{9D8B030D-6E8A-4147-A177-3AD203B41FA5}">
                      <a16:colId xmlns:a16="http://schemas.microsoft.com/office/drawing/2014/main" val="2463982106"/>
                    </a:ext>
                  </a:extLst>
                </a:gridCol>
                <a:gridCol w="1097280">
                  <a:extLst>
                    <a:ext uri="{9D8B030D-6E8A-4147-A177-3AD203B41FA5}">
                      <a16:colId xmlns:a16="http://schemas.microsoft.com/office/drawing/2014/main" val="4213824958"/>
                    </a:ext>
                  </a:extLst>
                </a:gridCol>
                <a:gridCol w="1097280">
                  <a:extLst>
                    <a:ext uri="{9D8B030D-6E8A-4147-A177-3AD203B41FA5}">
                      <a16:colId xmlns:a16="http://schemas.microsoft.com/office/drawing/2014/main" val="972604108"/>
                    </a:ext>
                  </a:extLst>
                </a:gridCol>
                <a:gridCol w="1097280">
                  <a:extLst>
                    <a:ext uri="{9D8B030D-6E8A-4147-A177-3AD203B41FA5}">
                      <a16:colId xmlns:a16="http://schemas.microsoft.com/office/drawing/2014/main" val="3236674446"/>
                    </a:ext>
                  </a:extLst>
                </a:gridCol>
                <a:gridCol w="1097280">
                  <a:extLst>
                    <a:ext uri="{9D8B030D-6E8A-4147-A177-3AD203B41FA5}">
                      <a16:colId xmlns:a16="http://schemas.microsoft.com/office/drawing/2014/main" val="3878964251"/>
                    </a:ext>
                  </a:extLst>
                </a:gridCol>
                <a:gridCol w="1097280">
                  <a:extLst>
                    <a:ext uri="{9D8B030D-6E8A-4147-A177-3AD203B41FA5}">
                      <a16:colId xmlns:a16="http://schemas.microsoft.com/office/drawing/2014/main" val="4089765898"/>
                    </a:ext>
                  </a:extLst>
                </a:gridCol>
                <a:gridCol w="1097280">
                  <a:extLst>
                    <a:ext uri="{9D8B030D-6E8A-4147-A177-3AD203B41FA5}">
                      <a16:colId xmlns:a16="http://schemas.microsoft.com/office/drawing/2014/main" val="1935037019"/>
                    </a:ext>
                  </a:extLst>
                </a:gridCol>
                <a:gridCol w="1097280">
                  <a:extLst>
                    <a:ext uri="{9D8B030D-6E8A-4147-A177-3AD203B41FA5}">
                      <a16:colId xmlns:a16="http://schemas.microsoft.com/office/drawing/2014/main" val="2986509396"/>
                    </a:ext>
                  </a:extLst>
                </a:gridCol>
                <a:gridCol w="1097280">
                  <a:extLst>
                    <a:ext uri="{9D8B030D-6E8A-4147-A177-3AD203B41FA5}">
                      <a16:colId xmlns:a16="http://schemas.microsoft.com/office/drawing/2014/main" val="2734283371"/>
                    </a:ext>
                  </a:extLst>
                </a:gridCol>
              </a:tblGrid>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2244508"/>
                  </a:ext>
                </a:extLst>
              </a:tr>
              <a:tr h="731520">
                <a:tc>
                  <a:txBody>
                    <a:bodyPr/>
                    <a:lstStyle/>
                    <a:p>
                      <a:pPr algn="ctr"/>
                      <a:r>
                        <a:rPr lang="en-US" sz="1000" kern="1200" dirty="0">
                          <a:solidFill>
                            <a:schemeClr val="dk1"/>
                          </a:solidFill>
                          <a:latin typeface="+mn-lt"/>
                          <a:ea typeface="+mn-ea"/>
                          <a:cs typeface="+mn-cs"/>
                        </a:rPr>
                        <a:t>Lifetime </a:t>
                      </a:r>
                    </a:p>
                    <a:p>
                      <a:pPr algn="ctr"/>
                      <a:r>
                        <a:rPr lang="en-US" sz="1000" kern="1200" dirty="0">
                          <a:solidFill>
                            <a:schemeClr val="dk1"/>
                          </a:solidFill>
                          <a:latin typeface="+mn-lt"/>
                          <a:ea typeface="+mn-ea"/>
                          <a:cs typeface="+mn-cs"/>
                        </a:rPr>
                        <a:t>pharmacological treatment </a:t>
                      </a:r>
                      <a:r>
                        <a:rPr lang="en-US" sz="1000" b="0" kern="1200" dirty="0">
                          <a:solidFill>
                            <a:schemeClr val="tx1"/>
                          </a:solidFill>
                          <a:latin typeface="+mn-lt"/>
                          <a:ea typeface="+mn-ea"/>
                          <a:cs typeface="+mn-cs"/>
                        </a:rPr>
                        <a:t> </a:t>
                      </a:r>
                      <a:endParaRPr lang="en-US" sz="100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kern="1200" dirty="0">
                          <a:solidFill>
                            <a:schemeClr val="dk1"/>
                          </a:solidFill>
                          <a:latin typeface="+mn-lt"/>
                          <a:ea typeface="+mn-ea"/>
                          <a:cs typeface="+mn-cs"/>
                        </a:rPr>
                        <a:t>Non- </a:t>
                      </a:r>
                    </a:p>
                    <a:p>
                      <a:pPr algn="ctr"/>
                      <a:r>
                        <a:rPr lang="en-US" sz="1000" kern="1200" dirty="0">
                          <a:solidFill>
                            <a:schemeClr val="dk1"/>
                          </a:solidFill>
                          <a:latin typeface="+mn-lt"/>
                          <a:ea typeface="+mn-ea"/>
                          <a:cs typeface="+mn-cs"/>
                        </a:rPr>
                        <a:t>pharmacological treatment </a:t>
                      </a:r>
                      <a:r>
                        <a:rPr lang="en-US" sz="1000" b="0" kern="1200" dirty="0">
                          <a:solidFill>
                            <a:schemeClr val="tx1"/>
                          </a:solidFill>
                          <a:latin typeface="+mn-lt"/>
                          <a:ea typeface="+mn-ea"/>
                          <a:cs typeface="+mn-cs"/>
                        </a:rPr>
                        <a:t> </a:t>
                      </a:r>
                      <a:endParaRPr lang="en-US" sz="100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 Clinical trial-specific variables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Trauma/Stress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dirty="0">
                          <a:solidFill>
                            <a:schemeClr val="tx1"/>
                          </a:solidFill>
                          <a:latin typeface="+mj-lt"/>
                        </a:rPr>
                        <a:t>Positive psychological factors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latin typeface="+mn-lt"/>
                          <a:ea typeface="+mn-ea"/>
                          <a:cs typeface="+mn-cs"/>
                        </a:rPr>
                        <a:t> </a:t>
                      </a:r>
                      <a:r>
                        <a:rPr lang="en-US" sz="1000" b="0" kern="1200" dirty="0">
                          <a:solidFill>
                            <a:schemeClr val="tx1"/>
                          </a:solidFill>
                          <a:latin typeface="+mn-lt"/>
                          <a:ea typeface="+mn-ea"/>
                          <a:cs typeface="+mn-cs"/>
                        </a:rPr>
                        <a:t>Physical health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kern="1200" dirty="0">
                          <a:solidFill>
                            <a:schemeClr val="tx1"/>
                          </a:solidFill>
                          <a:latin typeface="+mn-lt"/>
                          <a:ea typeface="+mn-ea"/>
                          <a:cs typeface="+mn-cs"/>
                          <a:hlinkClick r:id="rId21"/>
                        </a:rPr>
                        <a:t>Cognitive</a:t>
                      </a:r>
                      <a:r>
                        <a:rPr lang="en-US" sz="1000" dirty="0">
                          <a:latin typeface="+mj-lt"/>
                        </a:rPr>
                        <a:t> </a:t>
                      </a:r>
                      <a:endParaRPr lang="en-US" sz="1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Physiological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kern="1200" dirty="0">
                          <a:solidFill>
                            <a:schemeClr val="dk1"/>
                          </a:solidFill>
                          <a:latin typeface="+mn-lt"/>
                          <a:ea typeface="+mn-ea"/>
                          <a:cs typeface="+mn-cs"/>
                        </a:rPr>
                        <a:t> Ecological Momentary </a:t>
                      </a:r>
                    </a:p>
                    <a:p>
                      <a:pPr algn="ctr"/>
                      <a:r>
                        <a:rPr lang="en-US" sz="1000" kern="1200" dirty="0">
                          <a:solidFill>
                            <a:schemeClr val="dk1"/>
                          </a:solidFill>
                          <a:latin typeface="+mn-lt"/>
                          <a:ea typeface="+mn-ea"/>
                          <a:cs typeface="+mn-cs"/>
                        </a:rPr>
                        <a:t>Assessment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dirty="0">
                          <a:latin typeface="+mj-lt"/>
                        </a:rPr>
                        <a:t>Misc.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7625160"/>
                  </a:ext>
                </a:extLst>
              </a:tr>
            </a:tbl>
          </a:graphicData>
        </a:graphic>
      </p:graphicFrame>
      <p:sp>
        <p:nvSpPr>
          <p:cNvPr id="5" name="Title 1">
            <a:extLst>
              <a:ext uri="{FF2B5EF4-FFF2-40B4-BE49-F238E27FC236}">
                <a16:creationId xmlns:a16="http://schemas.microsoft.com/office/drawing/2014/main" id="{4BF2AAA0-9393-7138-687D-11B56C2BB50B}"/>
              </a:ext>
            </a:extLst>
          </p:cNvPr>
          <p:cNvSpPr txBox="1">
            <a:spLocks/>
          </p:cNvSpPr>
          <p:nvPr/>
        </p:nvSpPr>
        <p:spPr>
          <a:xfrm>
            <a:off x="174171" y="87858"/>
            <a:ext cx="10374859" cy="521499"/>
          </a:xfrm>
          <a:prstGeom prst="rect">
            <a:avLst/>
          </a:prstGeom>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Ontology Visualization</a:t>
            </a:r>
          </a:p>
        </p:txBody>
      </p:sp>
      <p:sp>
        <p:nvSpPr>
          <p:cNvPr id="6" name="TextBox 5">
            <a:extLst>
              <a:ext uri="{FF2B5EF4-FFF2-40B4-BE49-F238E27FC236}">
                <a16:creationId xmlns:a16="http://schemas.microsoft.com/office/drawing/2014/main" id="{A2D3AD98-62B8-C7A1-46B5-51C765981015}"/>
              </a:ext>
            </a:extLst>
          </p:cNvPr>
          <p:cNvSpPr txBox="1"/>
          <p:nvPr/>
        </p:nvSpPr>
        <p:spPr>
          <a:xfrm>
            <a:off x="174171" y="697831"/>
            <a:ext cx="9402618" cy="369332"/>
          </a:xfrm>
          <a:prstGeom prst="rect">
            <a:avLst/>
          </a:prstGeom>
          <a:noFill/>
        </p:spPr>
        <p:txBody>
          <a:bodyPr wrap="square" rtlCol="0">
            <a:spAutoFit/>
          </a:bodyPr>
          <a:lstStyle/>
          <a:p>
            <a:r>
              <a:rPr lang="en-US" dirty="0"/>
              <a:t>Click on each domain cluster to view and interact with individual nodes. </a:t>
            </a:r>
          </a:p>
        </p:txBody>
      </p:sp>
      <p:pic>
        <p:nvPicPr>
          <p:cNvPr id="52" name="Picture 51" descr="Chart, scatter chart&#10;&#10;Description automatically generated">
            <a:extLst>
              <a:ext uri="{FF2B5EF4-FFF2-40B4-BE49-F238E27FC236}">
                <a16:creationId xmlns:a16="http://schemas.microsoft.com/office/drawing/2014/main" id="{E1CEB7F1-9AF9-31B7-3546-25C5354D31BB}"/>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4625081" y="1541622"/>
            <a:ext cx="825542" cy="825542"/>
          </a:xfrm>
          <a:prstGeom prst="rect">
            <a:avLst/>
          </a:prstGeom>
        </p:spPr>
      </p:pic>
      <p:graphicFrame>
        <p:nvGraphicFramePr>
          <p:cNvPr id="61" name="Table 62">
            <a:extLst>
              <a:ext uri="{FF2B5EF4-FFF2-40B4-BE49-F238E27FC236}">
                <a16:creationId xmlns:a16="http://schemas.microsoft.com/office/drawing/2014/main" id="{28D1E42A-A652-3141-876E-C9784C79814B}"/>
              </a:ext>
            </a:extLst>
          </p:cNvPr>
          <p:cNvGraphicFramePr>
            <a:graphicFrameLocks noGrp="1"/>
          </p:cNvGraphicFramePr>
          <p:nvPr>
            <p:extLst>
              <p:ext uri="{D42A27DB-BD31-4B8C-83A1-F6EECF244321}">
                <p14:modId xmlns:p14="http://schemas.microsoft.com/office/powerpoint/2010/main" val="1915474576"/>
              </p:ext>
            </p:extLst>
          </p:nvPr>
        </p:nvGraphicFramePr>
        <p:xfrm>
          <a:off x="174171" y="1560337"/>
          <a:ext cx="10972800" cy="146304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366832918"/>
                    </a:ext>
                  </a:extLst>
                </a:gridCol>
                <a:gridCol w="1097280">
                  <a:extLst>
                    <a:ext uri="{9D8B030D-6E8A-4147-A177-3AD203B41FA5}">
                      <a16:colId xmlns:a16="http://schemas.microsoft.com/office/drawing/2014/main" val="2463982106"/>
                    </a:ext>
                  </a:extLst>
                </a:gridCol>
                <a:gridCol w="1097280">
                  <a:extLst>
                    <a:ext uri="{9D8B030D-6E8A-4147-A177-3AD203B41FA5}">
                      <a16:colId xmlns:a16="http://schemas.microsoft.com/office/drawing/2014/main" val="4213824958"/>
                    </a:ext>
                  </a:extLst>
                </a:gridCol>
                <a:gridCol w="1097280">
                  <a:extLst>
                    <a:ext uri="{9D8B030D-6E8A-4147-A177-3AD203B41FA5}">
                      <a16:colId xmlns:a16="http://schemas.microsoft.com/office/drawing/2014/main" val="972604108"/>
                    </a:ext>
                  </a:extLst>
                </a:gridCol>
                <a:gridCol w="1097280">
                  <a:extLst>
                    <a:ext uri="{9D8B030D-6E8A-4147-A177-3AD203B41FA5}">
                      <a16:colId xmlns:a16="http://schemas.microsoft.com/office/drawing/2014/main" val="3236674446"/>
                    </a:ext>
                  </a:extLst>
                </a:gridCol>
                <a:gridCol w="1097280">
                  <a:extLst>
                    <a:ext uri="{9D8B030D-6E8A-4147-A177-3AD203B41FA5}">
                      <a16:colId xmlns:a16="http://schemas.microsoft.com/office/drawing/2014/main" val="3878964251"/>
                    </a:ext>
                  </a:extLst>
                </a:gridCol>
                <a:gridCol w="1097280">
                  <a:extLst>
                    <a:ext uri="{9D8B030D-6E8A-4147-A177-3AD203B41FA5}">
                      <a16:colId xmlns:a16="http://schemas.microsoft.com/office/drawing/2014/main" val="4089765898"/>
                    </a:ext>
                  </a:extLst>
                </a:gridCol>
                <a:gridCol w="1097280">
                  <a:extLst>
                    <a:ext uri="{9D8B030D-6E8A-4147-A177-3AD203B41FA5}">
                      <a16:colId xmlns:a16="http://schemas.microsoft.com/office/drawing/2014/main" val="1935037019"/>
                    </a:ext>
                  </a:extLst>
                </a:gridCol>
                <a:gridCol w="1097280">
                  <a:extLst>
                    <a:ext uri="{9D8B030D-6E8A-4147-A177-3AD203B41FA5}">
                      <a16:colId xmlns:a16="http://schemas.microsoft.com/office/drawing/2014/main" val="2986509396"/>
                    </a:ext>
                  </a:extLst>
                </a:gridCol>
                <a:gridCol w="1097280">
                  <a:extLst>
                    <a:ext uri="{9D8B030D-6E8A-4147-A177-3AD203B41FA5}">
                      <a16:colId xmlns:a16="http://schemas.microsoft.com/office/drawing/2014/main" val="2734283371"/>
                    </a:ext>
                  </a:extLst>
                </a:gridCol>
              </a:tblGrid>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2244508"/>
                  </a:ext>
                </a:extLst>
              </a:tr>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Metadata</a:t>
                      </a:r>
                      <a:endParaRPr lang="en-US" sz="1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kern="1200" dirty="0">
                          <a:solidFill>
                            <a:schemeClr val="dk1"/>
                          </a:solidFill>
                          <a:latin typeface="+mn-lt"/>
                          <a:ea typeface="+mn-ea"/>
                          <a:cs typeface="+mn-cs"/>
                        </a:rPr>
                        <a:t>Demographics</a:t>
                      </a:r>
                      <a:endParaRPr lang="en-US" sz="1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Clinical characteristics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kern="1200" dirty="0">
                          <a:solidFill>
                            <a:schemeClr val="tx1"/>
                          </a:solidFill>
                          <a:latin typeface="+mn-lt"/>
                          <a:ea typeface="+mn-ea"/>
                          <a:cs typeface="+mn-cs"/>
                        </a:rPr>
                        <a:t>Course of BD </a:t>
                      </a:r>
                    </a:p>
                    <a:p>
                      <a:pPr algn="ctr"/>
                      <a:r>
                        <a:rPr lang="en-US" sz="1000" b="0" kern="1200" dirty="0">
                          <a:solidFill>
                            <a:schemeClr val="tx1"/>
                          </a:solidFill>
                          <a:latin typeface="+mn-lt"/>
                          <a:ea typeface="+mn-ea"/>
                          <a:cs typeface="+mn-cs"/>
                        </a:rPr>
                        <a:t>Illness-Symptoms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kern="1200" dirty="0">
                          <a:solidFill>
                            <a:schemeClr val="tx1"/>
                          </a:solidFill>
                          <a:latin typeface="+mn-lt"/>
                          <a:ea typeface="+mn-ea"/>
                          <a:cs typeface="+mn-cs"/>
                        </a:rPr>
                        <a:t>Course of BD </a:t>
                      </a:r>
                    </a:p>
                    <a:p>
                      <a:pPr algn="ctr"/>
                      <a:r>
                        <a:rPr lang="en-US" sz="1000" b="0" kern="1200" dirty="0">
                          <a:solidFill>
                            <a:schemeClr val="tx1"/>
                          </a:solidFill>
                          <a:latin typeface="+mn-lt"/>
                          <a:ea typeface="+mn-ea"/>
                          <a:cs typeface="+mn-cs"/>
                        </a:rPr>
                        <a:t>Illness-Episodes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kern="1200" dirty="0">
                          <a:solidFill>
                            <a:schemeClr val="tx1"/>
                          </a:solidFill>
                          <a:latin typeface="+mn-lt"/>
                          <a:ea typeface="+mn-ea"/>
                          <a:cs typeface="+mn-cs"/>
                        </a:rPr>
                        <a:t>Course of non-BD </a:t>
                      </a:r>
                    </a:p>
                    <a:p>
                      <a:pPr algn="ctr"/>
                      <a:r>
                        <a:rPr lang="en-US" sz="1000" b="0" kern="1200" dirty="0">
                          <a:solidFill>
                            <a:schemeClr val="tx1"/>
                          </a:solidFill>
                          <a:latin typeface="+mn-lt"/>
                          <a:ea typeface="+mn-ea"/>
                          <a:cs typeface="+mn-cs"/>
                        </a:rPr>
                        <a:t>psychiatric illness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dirty="0">
                          <a:solidFill>
                            <a:schemeClr val="tx1"/>
                          </a:solidFill>
                          <a:latin typeface="+mj-lt"/>
                        </a:rPr>
                        <a:t>Family history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hlinkClick r:id="rId23"/>
                        </a:rPr>
                        <a:t> Current Illness Severity</a:t>
                      </a:r>
                      <a:endParaRPr lang="en-US" sz="1000" b="0"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dirty="0">
                          <a:latin typeface="+mj-lt"/>
                        </a:rPr>
                        <a:t>Course of treatment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kern="1200" dirty="0">
                          <a:solidFill>
                            <a:schemeClr val="tx1"/>
                          </a:solidFill>
                          <a:latin typeface="+mn-lt"/>
                          <a:ea typeface="+mn-ea"/>
                          <a:cs typeface="+mn-cs"/>
                        </a:rPr>
                        <a:t>Current Pharmacological </a:t>
                      </a:r>
                    </a:p>
                    <a:p>
                      <a:pPr algn="ctr"/>
                      <a:r>
                        <a:rPr lang="en-US" sz="1000" b="0" kern="1200" dirty="0">
                          <a:solidFill>
                            <a:schemeClr val="tx1"/>
                          </a:solidFill>
                          <a:latin typeface="+mn-lt"/>
                          <a:ea typeface="+mn-ea"/>
                          <a:cs typeface="+mn-cs"/>
                        </a:rPr>
                        <a:t>Treatment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7625160"/>
                  </a:ext>
                </a:extLst>
              </a:tr>
            </a:tbl>
          </a:graphicData>
        </a:graphic>
      </p:graphicFrame>
    </p:spTree>
    <p:extLst>
      <p:ext uri="{BB962C8B-B14F-4D97-AF65-F5344CB8AC3E}">
        <p14:creationId xmlns:p14="http://schemas.microsoft.com/office/powerpoint/2010/main" val="2300524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44460-1BCD-3368-D7BA-CA6E0892236C}"/>
              </a:ext>
            </a:extLst>
          </p:cNvPr>
          <p:cNvSpPr>
            <a:spLocks noGrp="1"/>
          </p:cNvSpPr>
          <p:nvPr>
            <p:ph type="title"/>
          </p:nvPr>
        </p:nvSpPr>
        <p:spPr>
          <a:xfrm>
            <a:off x="155981" y="261565"/>
            <a:ext cx="10374859" cy="521499"/>
          </a:xfrm>
        </p:spPr>
        <p:txBody>
          <a:bodyPr>
            <a:normAutofit fontScale="90000"/>
          </a:bodyPr>
          <a:lstStyle/>
          <a:p>
            <a:r>
              <a:rPr lang="en-US" dirty="0"/>
              <a:t>UCSD </a:t>
            </a:r>
            <a:r>
              <a:rPr lang="en-US" dirty="0" err="1"/>
              <a:t>Inflammaging</a:t>
            </a:r>
            <a:r>
              <a:rPr lang="en-US" dirty="0"/>
              <a:t> Dataset</a:t>
            </a:r>
          </a:p>
        </p:txBody>
      </p:sp>
      <p:pic>
        <p:nvPicPr>
          <p:cNvPr id="1026" name="Picture 2">
            <a:extLst>
              <a:ext uri="{FF2B5EF4-FFF2-40B4-BE49-F238E27FC236}">
                <a16:creationId xmlns:a16="http://schemas.microsoft.com/office/drawing/2014/main" id="{28AF106B-7944-ACAD-3255-63ECA38179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981" y="1217966"/>
            <a:ext cx="8686310" cy="4980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2556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descr="Chart, scatter chart&#10;&#10;Description automatically generated">
            <a:extLst>
              <a:ext uri="{FF2B5EF4-FFF2-40B4-BE49-F238E27FC236}">
                <a16:creationId xmlns:a16="http://schemas.microsoft.com/office/drawing/2014/main" id="{3BE389BB-7D98-F92D-8ADE-74DDD19F81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37883" y="2268278"/>
            <a:ext cx="731520" cy="731520"/>
          </a:xfrm>
          <a:prstGeom prst="rect">
            <a:avLst/>
          </a:prstGeom>
        </p:spPr>
      </p:pic>
      <p:pic>
        <p:nvPicPr>
          <p:cNvPr id="27" name="Picture 26" descr="Chart, scatter chart&#10;&#10;Description automatically generated">
            <a:extLst>
              <a:ext uri="{FF2B5EF4-FFF2-40B4-BE49-F238E27FC236}">
                <a16:creationId xmlns:a16="http://schemas.microsoft.com/office/drawing/2014/main" id="{AB4C6DAB-E33C-AB83-EBE5-C5D3150F5C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3658" y="2244416"/>
            <a:ext cx="864147" cy="864147"/>
          </a:xfrm>
          <a:prstGeom prst="rect">
            <a:avLst/>
          </a:prstGeom>
        </p:spPr>
      </p:pic>
      <p:pic>
        <p:nvPicPr>
          <p:cNvPr id="25" name="Picture 24" descr="A picture containing vector graphics&#10;&#10;Description automatically generated">
            <a:extLst>
              <a:ext uri="{FF2B5EF4-FFF2-40B4-BE49-F238E27FC236}">
                <a16:creationId xmlns:a16="http://schemas.microsoft.com/office/drawing/2014/main" id="{2615012D-BA41-9305-FD3E-E076D72613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14964" y="2199077"/>
            <a:ext cx="910896" cy="910896"/>
          </a:xfrm>
          <a:prstGeom prst="rect">
            <a:avLst/>
          </a:prstGeom>
        </p:spPr>
      </p:pic>
      <p:pic>
        <p:nvPicPr>
          <p:cNvPr id="10" name="Picture 9" descr="Chart, scatter chart&#10;&#10;Description automatically generated">
            <a:extLst>
              <a:ext uri="{FF2B5EF4-FFF2-40B4-BE49-F238E27FC236}">
                <a16:creationId xmlns:a16="http://schemas.microsoft.com/office/drawing/2014/main" id="{943CED17-388D-71BF-D118-8D2E2AD137DA}"/>
              </a:ext>
            </a:extLst>
          </p:cNvPr>
          <p:cNvPicPr>
            <a:picLocks noChangeAspect="1"/>
          </p:cNvPicPr>
          <p:nvPr/>
        </p:nvPicPr>
        <p:blipFill rotWithShape="1">
          <a:blip r:embed="rId6">
            <a:extLst>
              <a:ext uri="{28A0092B-C50C-407E-A947-70E740481C1C}">
                <a14:useLocalDpi xmlns:a14="http://schemas.microsoft.com/office/drawing/2010/main" val="0"/>
              </a:ext>
            </a:extLst>
          </a:blip>
          <a:srcRect l="9185" t="10525" r="15045" b="13187"/>
          <a:stretch/>
        </p:blipFill>
        <p:spPr>
          <a:xfrm>
            <a:off x="322665" y="1460624"/>
            <a:ext cx="959652" cy="966231"/>
          </a:xfrm>
          <a:prstGeom prst="ellipse">
            <a:avLst/>
          </a:prstGeom>
        </p:spPr>
      </p:pic>
      <p:pic>
        <p:nvPicPr>
          <p:cNvPr id="12" name="Picture 11">
            <a:extLst>
              <a:ext uri="{FF2B5EF4-FFF2-40B4-BE49-F238E27FC236}">
                <a16:creationId xmlns:a16="http://schemas.microsoft.com/office/drawing/2014/main" id="{3F058A6E-D020-0E32-E948-8A2A5DFDAB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12624" y="1434260"/>
            <a:ext cx="991149" cy="991149"/>
          </a:xfrm>
          <a:prstGeom prst="rect">
            <a:avLst/>
          </a:prstGeom>
        </p:spPr>
      </p:pic>
      <p:pic>
        <p:nvPicPr>
          <p:cNvPr id="14" name="Picture 13" descr="Chart, scatter chart&#10;&#10;Description automatically generated">
            <a:extLst>
              <a:ext uri="{FF2B5EF4-FFF2-40B4-BE49-F238E27FC236}">
                <a16:creationId xmlns:a16="http://schemas.microsoft.com/office/drawing/2014/main" id="{14364C81-7C1A-9E80-11B9-6DFF27AB7D5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44741" y="1434260"/>
            <a:ext cx="906166" cy="815454"/>
          </a:xfrm>
          <a:prstGeom prst="rect">
            <a:avLst/>
          </a:prstGeom>
        </p:spPr>
      </p:pic>
      <p:pic>
        <p:nvPicPr>
          <p:cNvPr id="16" name="Picture 15" descr="Chart, scatter chart&#10;&#10;Description automatically generated">
            <a:extLst>
              <a:ext uri="{FF2B5EF4-FFF2-40B4-BE49-F238E27FC236}">
                <a16:creationId xmlns:a16="http://schemas.microsoft.com/office/drawing/2014/main" id="{2CA82544-D413-0C8D-D7A4-756B7A96B00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123062" y="1459902"/>
            <a:ext cx="907453" cy="907453"/>
          </a:xfrm>
          <a:prstGeom prst="rect">
            <a:avLst/>
          </a:prstGeom>
        </p:spPr>
      </p:pic>
      <p:pic>
        <p:nvPicPr>
          <p:cNvPr id="18" name="Picture 17" descr="Chart, scatter chart&#10;&#10;Description automatically generated">
            <a:extLst>
              <a:ext uri="{FF2B5EF4-FFF2-40B4-BE49-F238E27FC236}">
                <a16:creationId xmlns:a16="http://schemas.microsoft.com/office/drawing/2014/main" id="{F6B3D135-6E14-1F8D-89C4-08253408E1C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202670" y="1461189"/>
            <a:ext cx="906166" cy="906166"/>
          </a:xfrm>
          <a:prstGeom prst="rect">
            <a:avLst/>
          </a:prstGeom>
        </p:spPr>
      </p:pic>
      <p:pic>
        <p:nvPicPr>
          <p:cNvPr id="20" name="Picture 19" descr="Chart, scatter chart&#10;&#10;Description automatically generated">
            <a:extLst>
              <a:ext uri="{FF2B5EF4-FFF2-40B4-BE49-F238E27FC236}">
                <a16:creationId xmlns:a16="http://schemas.microsoft.com/office/drawing/2014/main" id="{DA61BB6D-6B14-B68F-8BE2-EB33FCFD986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543766" y="1452955"/>
            <a:ext cx="914400" cy="914400"/>
          </a:xfrm>
          <a:prstGeom prst="rect">
            <a:avLst/>
          </a:prstGeom>
        </p:spPr>
      </p:pic>
      <p:pic>
        <p:nvPicPr>
          <p:cNvPr id="22" name="Picture 21" descr="Chart, scatter chart&#10;&#10;Description automatically generated">
            <a:extLst>
              <a:ext uri="{FF2B5EF4-FFF2-40B4-BE49-F238E27FC236}">
                <a16:creationId xmlns:a16="http://schemas.microsoft.com/office/drawing/2014/main" id="{93919454-4904-4736-B049-72F91390BF3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670375" y="1565257"/>
            <a:ext cx="684457" cy="684457"/>
          </a:xfrm>
          <a:prstGeom prst="rect">
            <a:avLst/>
          </a:prstGeom>
        </p:spPr>
      </p:pic>
      <p:pic>
        <p:nvPicPr>
          <p:cNvPr id="26" name="Picture 25" descr="Chart&#10;&#10;Description automatically generated">
            <a:extLst>
              <a:ext uri="{FF2B5EF4-FFF2-40B4-BE49-F238E27FC236}">
                <a16:creationId xmlns:a16="http://schemas.microsoft.com/office/drawing/2014/main" id="{556F6481-9C02-3AC9-79E8-3D78DDE909D2}"/>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827007" y="1411910"/>
            <a:ext cx="991149" cy="991149"/>
          </a:xfrm>
          <a:prstGeom prst="rect">
            <a:avLst/>
          </a:prstGeom>
        </p:spPr>
      </p:pic>
      <p:pic>
        <p:nvPicPr>
          <p:cNvPr id="28" name="Picture 27" descr="Chart, scatter chart&#10;&#10;Description automatically generated">
            <a:extLst>
              <a:ext uri="{FF2B5EF4-FFF2-40B4-BE49-F238E27FC236}">
                <a16:creationId xmlns:a16="http://schemas.microsoft.com/office/drawing/2014/main" id="{A39B3C03-11BF-05AD-F6C8-37F7583FB8B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889973" y="1486192"/>
            <a:ext cx="906166" cy="906166"/>
          </a:xfrm>
          <a:prstGeom prst="rect">
            <a:avLst/>
          </a:prstGeom>
        </p:spPr>
      </p:pic>
      <p:pic>
        <p:nvPicPr>
          <p:cNvPr id="30" name="Picture 29" descr="Chart, scatter chart&#10;&#10;Description automatically generated">
            <a:extLst>
              <a:ext uri="{FF2B5EF4-FFF2-40B4-BE49-F238E27FC236}">
                <a16:creationId xmlns:a16="http://schemas.microsoft.com/office/drawing/2014/main" id="{615CCCCF-F0DB-4CC0-47FE-50E0BA578624}"/>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79537" y="3880969"/>
            <a:ext cx="950207" cy="950207"/>
          </a:xfrm>
          <a:prstGeom prst="rect">
            <a:avLst/>
          </a:prstGeom>
        </p:spPr>
      </p:pic>
      <p:pic>
        <p:nvPicPr>
          <p:cNvPr id="32" name="Picture 31" descr="Chart, scatter chart&#10;&#10;Description automatically generated">
            <a:extLst>
              <a:ext uri="{FF2B5EF4-FFF2-40B4-BE49-F238E27FC236}">
                <a16:creationId xmlns:a16="http://schemas.microsoft.com/office/drawing/2014/main" id="{B6C1F376-D660-3EE2-90EB-658496CCDA6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412624" y="3880968"/>
            <a:ext cx="950207" cy="950207"/>
          </a:xfrm>
          <a:prstGeom prst="rect">
            <a:avLst/>
          </a:prstGeom>
        </p:spPr>
      </p:pic>
      <p:pic>
        <p:nvPicPr>
          <p:cNvPr id="34" name="Picture 33" descr="Chart, scatter chart&#10;&#10;Description automatically generated">
            <a:extLst>
              <a:ext uri="{FF2B5EF4-FFF2-40B4-BE49-F238E27FC236}">
                <a16:creationId xmlns:a16="http://schemas.microsoft.com/office/drawing/2014/main" id="{7FFC8A43-2CC7-843E-DCD3-FA84C6428A38}"/>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487151" y="3880966"/>
            <a:ext cx="950207" cy="950207"/>
          </a:xfrm>
          <a:prstGeom prst="rect">
            <a:avLst/>
          </a:prstGeom>
        </p:spPr>
      </p:pic>
      <p:pic>
        <p:nvPicPr>
          <p:cNvPr id="36" name="Picture 35" descr="Chart, scatter chart&#10;&#10;Description automatically generated">
            <a:extLst>
              <a:ext uri="{FF2B5EF4-FFF2-40B4-BE49-F238E27FC236}">
                <a16:creationId xmlns:a16="http://schemas.microsoft.com/office/drawing/2014/main" id="{9B89CD9D-1C60-F29D-38AD-3A838E162948}"/>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3591745" y="3880966"/>
            <a:ext cx="950207" cy="950207"/>
          </a:xfrm>
          <a:prstGeom prst="rect">
            <a:avLst/>
          </a:prstGeom>
        </p:spPr>
      </p:pic>
      <p:pic>
        <p:nvPicPr>
          <p:cNvPr id="38" name="Picture 37" descr="Chart, scatter chart&#10;&#10;Description automatically generated">
            <a:extLst>
              <a:ext uri="{FF2B5EF4-FFF2-40B4-BE49-F238E27FC236}">
                <a16:creationId xmlns:a16="http://schemas.microsoft.com/office/drawing/2014/main" id="{BBE6DF04-CB6C-B459-E1FC-82AA8B402D56}"/>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4715968" y="3963743"/>
            <a:ext cx="911883" cy="911883"/>
          </a:xfrm>
          <a:prstGeom prst="rect">
            <a:avLst/>
          </a:prstGeom>
        </p:spPr>
      </p:pic>
      <p:pic>
        <p:nvPicPr>
          <p:cNvPr id="42" name="Picture 41" descr="Chart, scatter chart&#10;&#10;Description automatically generated">
            <a:extLst>
              <a:ext uri="{FF2B5EF4-FFF2-40B4-BE49-F238E27FC236}">
                <a16:creationId xmlns:a16="http://schemas.microsoft.com/office/drawing/2014/main" id="{A5F9ED27-1873-18D7-03D3-1014497477B1}"/>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6926090" y="3963743"/>
            <a:ext cx="833932" cy="833932"/>
          </a:xfrm>
          <a:prstGeom prst="rect">
            <a:avLst/>
          </a:prstGeom>
        </p:spPr>
      </p:pic>
      <p:pic>
        <p:nvPicPr>
          <p:cNvPr id="44" name="Picture 43" descr="Chart, scatter chart&#10;&#10;Description automatically generated">
            <a:extLst>
              <a:ext uri="{FF2B5EF4-FFF2-40B4-BE49-F238E27FC236}">
                <a16:creationId xmlns:a16="http://schemas.microsoft.com/office/drawing/2014/main" id="{13EAB5D4-B441-CA47-7F6C-890E3DB5D742}"/>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8061696" y="3925420"/>
            <a:ext cx="872255" cy="872255"/>
          </a:xfrm>
          <a:prstGeom prst="rect">
            <a:avLst/>
          </a:prstGeom>
        </p:spPr>
      </p:pic>
      <p:pic>
        <p:nvPicPr>
          <p:cNvPr id="46" name="Picture 45" descr="Chart, scatter chart&#10;&#10;Description automatically generated">
            <a:extLst>
              <a:ext uri="{FF2B5EF4-FFF2-40B4-BE49-F238E27FC236}">
                <a16:creationId xmlns:a16="http://schemas.microsoft.com/office/drawing/2014/main" id="{B5B654D0-5D5F-35E3-0818-59EDFEC70FED}"/>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9235625" y="4041672"/>
            <a:ext cx="710509" cy="710509"/>
          </a:xfrm>
          <a:prstGeom prst="rect">
            <a:avLst/>
          </a:prstGeom>
        </p:spPr>
      </p:pic>
      <p:pic>
        <p:nvPicPr>
          <p:cNvPr id="50" name="Picture 49" descr="Chart, scatter chart&#10;&#10;Description automatically generated">
            <a:extLst>
              <a:ext uri="{FF2B5EF4-FFF2-40B4-BE49-F238E27FC236}">
                <a16:creationId xmlns:a16="http://schemas.microsoft.com/office/drawing/2014/main" id="{8A5389DC-C30F-25C5-A967-58C0392940FD}"/>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5929526" y="4075908"/>
            <a:ext cx="687036" cy="687036"/>
          </a:xfrm>
          <a:prstGeom prst="rect">
            <a:avLst/>
          </a:prstGeom>
        </p:spPr>
      </p:pic>
      <p:graphicFrame>
        <p:nvGraphicFramePr>
          <p:cNvPr id="65" name="Table 62">
            <a:extLst>
              <a:ext uri="{FF2B5EF4-FFF2-40B4-BE49-F238E27FC236}">
                <a16:creationId xmlns:a16="http://schemas.microsoft.com/office/drawing/2014/main" id="{D555DF52-CBE7-6AF4-70B1-E9B132167ACF}"/>
              </a:ext>
            </a:extLst>
          </p:cNvPr>
          <p:cNvGraphicFramePr>
            <a:graphicFrameLocks noGrp="1"/>
          </p:cNvGraphicFramePr>
          <p:nvPr>
            <p:extLst>
              <p:ext uri="{D42A27DB-BD31-4B8C-83A1-F6EECF244321}">
                <p14:modId xmlns:p14="http://schemas.microsoft.com/office/powerpoint/2010/main" val="2246871218"/>
              </p:ext>
            </p:extLst>
          </p:nvPr>
        </p:nvGraphicFramePr>
        <p:xfrm>
          <a:off x="174171" y="3984013"/>
          <a:ext cx="10972800" cy="219456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366832918"/>
                    </a:ext>
                  </a:extLst>
                </a:gridCol>
                <a:gridCol w="1097280">
                  <a:extLst>
                    <a:ext uri="{9D8B030D-6E8A-4147-A177-3AD203B41FA5}">
                      <a16:colId xmlns:a16="http://schemas.microsoft.com/office/drawing/2014/main" val="2463982106"/>
                    </a:ext>
                  </a:extLst>
                </a:gridCol>
                <a:gridCol w="1097280">
                  <a:extLst>
                    <a:ext uri="{9D8B030D-6E8A-4147-A177-3AD203B41FA5}">
                      <a16:colId xmlns:a16="http://schemas.microsoft.com/office/drawing/2014/main" val="4213824958"/>
                    </a:ext>
                  </a:extLst>
                </a:gridCol>
                <a:gridCol w="1097280">
                  <a:extLst>
                    <a:ext uri="{9D8B030D-6E8A-4147-A177-3AD203B41FA5}">
                      <a16:colId xmlns:a16="http://schemas.microsoft.com/office/drawing/2014/main" val="972604108"/>
                    </a:ext>
                  </a:extLst>
                </a:gridCol>
                <a:gridCol w="1097280">
                  <a:extLst>
                    <a:ext uri="{9D8B030D-6E8A-4147-A177-3AD203B41FA5}">
                      <a16:colId xmlns:a16="http://schemas.microsoft.com/office/drawing/2014/main" val="3236674446"/>
                    </a:ext>
                  </a:extLst>
                </a:gridCol>
                <a:gridCol w="1097280">
                  <a:extLst>
                    <a:ext uri="{9D8B030D-6E8A-4147-A177-3AD203B41FA5}">
                      <a16:colId xmlns:a16="http://schemas.microsoft.com/office/drawing/2014/main" val="3878964251"/>
                    </a:ext>
                  </a:extLst>
                </a:gridCol>
                <a:gridCol w="1097280">
                  <a:extLst>
                    <a:ext uri="{9D8B030D-6E8A-4147-A177-3AD203B41FA5}">
                      <a16:colId xmlns:a16="http://schemas.microsoft.com/office/drawing/2014/main" val="4089765898"/>
                    </a:ext>
                  </a:extLst>
                </a:gridCol>
                <a:gridCol w="1097280">
                  <a:extLst>
                    <a:ext uri="{9D8B030D-6E8A-4147-A177-3AD203B41FA5}">
                      <a16:colId xmlns:a16="http://schemas.microsoft.com/office/drawing/2014/main" val="1935037019"/>
                    </a:ext>
                  </a:extLst>
                </a:gridCol>
                <a:gridCol w="1097280">
                  <a:extLst>
                    <a:ext uri="{9D8B030D-6E8A-4147-A177-3AD203B41FA5}">
                      <a16:colId xmlns:a16="http://schemas.microsoft.com/office/drawing/2014/main" val="2986509396"/>
                    </a:ext>
                  </a:extLst>
                </a:gridCol>
                <a:gridCol w="1097280">
                  <a:extLst>
                    <a:ext uri="{9D8B030D-6E8A-4147-A177-3AD203B41FA5}">
                      <a16:colId xmlns:a16="http://schemas.microsoft.com/office/drawing/2014/main" val="2734283371"/>
                    </a:ext>
                  </a:extLst>
                </a:gridCol>
              </a:tblGrid>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2244508"/>
                  </a:ext>
                </a:extLst>
              </a:tr>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4918044"/>
                  </a:ext>
                </a:extLst>
              </a:tr>
              <a:tr h="731520">
                <a:tc>
                  <a:txBody>
                    <a:bodyPr/>
                    <a:lstStyle/>
                    <a:p>
                      <a:pPr algn="ctr"/>
                      <a:r>
                        <a:rPr lang="en-US" sz="1000" kern="1200" dirty="0">
                          <a:solidFill>
                            <a:schemeClr val="dk1"/>
                          </a:solidFill>
                          <a:latin typeface="+mn-lt"/>
                          <a:ea typeface="+mn-ea"/>
                          <a:cs typeface="+mn-cs"/>
                        </a:rPr>
                        <a:t>Lifetime </a:t>
                      </a:r>
                    </a:p>
                    <a:p>
                      <a:pPr algn="ctr"/>
                      <a:r>
                        <a:rPr lang="en-US" sz="1000" kern="1200" dirty="0">
                          <a:solidFill>
                            <a:schemeClr val="dk1"/>
                          </a:solidFill>
                          <a:latin typeface="+mn-lt"/>
                          <a:ea typeface="+mn-ea"/>
                          <a:cs typeface="+mn-cs"/>
                        </a:rPr>
                        <a:t>pharmacological treatment </a:t>
                      </a:r>
                      <a:r>
                        <a:rPr lang="en-US" sz="1000" b="0" kern="1200" dirty="0">
                          <a:solidFill>
                            <a:schemeClr val="tx1"/>
                          </a:solidFill>
                          <a:latin typeface="+mn-lt"/>
                          <a:ea typeface="+mn-ea"/>
                          <a:cs typeface="+mn-cs"/>
                        </a:rPr>
                        <a:t> (18)</a:t>
                      </a:r>
                      <a:endParaRPr lang="en-US" sz="100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kern="1200" dirty="0">
                          <a:solidFill>
                            <a:schemeClr val="dk1"/>
                          </a:solidFill>
                          <a:latin typeface="+mn-lt"/>
                          <a:ea typeface="+mn-ea"/>
                          <a:cs typeface="+mn-cs"/>
                        </a:rPr>
                        <a:t>Non- </a:t>
                      </a:r>
                    </a:p>
                    <a:p>
                      <a:pPr algn="ctr"/>
                      <a:r>
                        <a:rPr lang="en-US" sz="1000" kern="1200" dirty="0">
                          <a:solidFill>
                            <a:schemeClr val="dk1"/>
                          </a:solidFill>
                          <a:latin typeface="+mn-lt"/>
                          <a:ea typeface="+mn-ea"/>
                          <a:cs typeface="+mn-cs"/>
                        </a:rPr>
                        <a:t>pharmacological treatment </a:t>
                      </a:r>
                      <a:r>
                        <a:rPr lang="en-US" sz="1000" b="0" kern="1200" dirty="0">
                          <a:solidFill>
                            <a:schemeClr val="tx1"/>
                          </a:solidFill>
                          <a:latin typeface="+mn-lt"/>
                          <a:ea typeface="+mn-ea"/>
                          <a:cs typeface="+mn-cs"/>
                        </a:rPr>
                        <a:t> </a:t>
                      </a:r>
                      <a:endParaRPr lang="en-US" sz="100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 Clinical trial-specific variables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Trauma/Stress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dirty="0">
                          <a:solidFill>
                            <a:schemeClr val="tx1"/>
                          </a:solidFill>
                          <a:latin typeface="+mj-lt"/>
                        </a:rPr>
                        <a:t>Positive psychological factors (15)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latin typeface="+mn-lt"/>
                          <a:ea typeface="+mn-ea"/>
                          <a:cs typeface="+mn-cs"/>
                        </a:rPr>
                        <a:t> </a:t>
                      </a:r>
                      <a:r>
                        <a:rPr lang="en-US" sz="1000" b="0" kern="1200" dirty="0">
                          <a:solidFill>
                            <a:schemeClr val="tx1"/>
                          </a:solidFill>
                          <a:latin typeface="+mn-lt"/>
                          <a:ea typeface="+mn-ea"/>
                          <a:cs typeface="+mn-cs"/>
                        </a:rPr>
                        <a:t>Physical health</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(446)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kern="1200" dirty="0">
                          <a:solidFill>
                            <a:schemeClr val="tx1"/>
                          </a:solidFill>
                          <a:latin typeface="+mn-lt"/>
                          <a:ea typeface="+mn-ea"/>
                          <a:cs typeface="+mn-cs"/>
                          <a:hlinkClick r:id="rId24"/>
                        </a:rPr>
                        <a:t>Cognitive</a:t>
                      </a:r>
                      <a:r>
                        <a:rPr lang="en-US" sz="1000" dirty="0">
                          <a:latin typeface="+mj-lt"/>
                        </a:rPr>
                        <a:t> </a:t>
                      </a:r>
                    </a:p>
                    <a:p>
                      <a:pPr algn="ctr"/>
                      <a:r>
                        <a:rPr lang="en-US" sz="1000" b="0" dirty="0">
                          <a:solidFill>
                            <a:schemeClr val="tx1"/>
                          </a:solidFill>
                          <a:latin typeface="+mj-lt"/>
                        </a:rPr>
                        <a:t>(212)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Physiological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kern="1200" dirty="0">
                          <a:solidFill>
                            <a:schemeClr val="dk1"/>
                          </a:solidFill>
                          <a:latin typeface="+mn-lt"/>
                          <a:ea typeface="+mn-ea"/>
                          <a:cs typeface="+mn-cs"/>
                        </a:rPr>
                        <a:t> Ecological Momentary </a:t>
                      </a:r>
                    </a:p>
                    <a:p>
                      <a:pPr algn="ctr"/>
                      <a:r>
                        <a:rPr lang="en-US" sz="1000" kern="1200" dirty="0">
                          <a:solidFill>
                            <a:schemeClr val="dk1"/>
                          </a:solidFill>
                          <a:latin typeface="+mn-lt"/>
                          <a:ea typeface="+mn-ea"/>
                          <a:cs typeface="+mn-cs"/>
                        </a:rPr>
                        <a:t>Assessment </a:t>
                      </a:r>
                    </a:p>
                    <a:p>
                      <a:pPr algn="ctr"/>
                      <a:r>
                        <a:rPr lang="en-US" sz="1000" kern="1200" dirty="0">
                          <a:solidFill>
                            <a:schemeClr val="dk1"/>
                          </a:solidFill>
                          <a:latin typeface="+mn-lt"/>
                          <a:ea typeface="+mn-ea"/>
                          <a:cs typeface="+mn-cs"/>
                        </a:rPr>
                        <a:t>(140)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dirty="0">
                          <a:latin typeface="+mj-lt"/>
                        </a:rPr>
                        <a:t>Misc.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7625160"/>
                  </a:ext>
                </a:extLst>
              </a:tr>
            </a:tbl>
          </a:graphicData>
        </a:graphic>
      </p:graphicFrame>
      <p:sp>
        <p:nvSpPr>
          <p:cNvPr id="5" name="Title 1">
            <a:extLst>
              <a:ext uri="{FF2B5EF4-FFF2-40B4-BE49-F238E27FC236}">
                <a16:creationId xmlns:a16="http://schemas.microsoft.com/office/drawing/2014/main" id="{4BF2AAA0-9393-7138-687D-11B56C2BB50B}"/>
              </a:ext>
            </a:extLst>
          </p:cNvPr>
          <p:cNvSpPr txBox="1">
            <a:spLocks/>
          </p:cNvSpPr>
          <p:nvPr/>
        </p:nvSpPr>
        <p:spPr>
          <a:xfrm>
            <a:off x="174171" y="210794"/>
            <a:ext cx="10374859" cy="521499"/>
          </a:xfrm>
          <a:prstGeom prst="rect">
            <a:avLst/>
          </a:prstGeom>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UCSD </a:t>
            </a:r>
            <a:r>
              <a:rPr lang="en-US" dirty="0" err="1"/>
              <a:t>Inflammaging</a:t>
            </a:r>
            <a:r>
              <a:rPr lang="en-US" dirty="0"/>
              <a:t> dataset</a:t>
            </a:r>
          </a:p>
        </p:txBody>
      </p:sp>
      <p:sp>
        <p:nvSpPr>
          <p:cNvPr id="6" name="TextBox 5">
            <a:extLst>
              <a:ext uri="{FF2B5EF4-FFF2-40B4-BE49-F238E27FC236}">
                <a16:creationId xmlns:a16="http://schemas.microsoft.com/office/drawing/2014/main" id="{A2D3AD98-62B8-C7A1-46B5-51C765981015}"/>
              </a:ext>
            </a:extLst>
          </p:cNvPr>
          <p:cNvSpPr txBox="1"/>
          <p:nvPr/>
        </p:nvSpPr>
        <p:spPr>
          <a:xfrm>
            <a:off x="174171" y="725152"/>
            <a:ext cx="9402618" cy="369332"/>
          </a:xfrm>
          <a:prstGeom prst="rect">
            <a:avLst/>
          </a:prstGeom>
          <a:noFill/>
        </p:spPr>
        <p:txBody>
          <a:bodyPr wrap="square" rtlCol="0">
            <a:spAutoFit/>
          </a:bodyPr>
          <a:lstStyle/>
          <a:p>
            <a:r>
              <a:rPr lang="en-US" dirty="0"/>
              <a:t>Click on each domain cluster to view and interact with individual nodes. </a:t>
            </a:r>
          </a:p>
        </p:txBody>
      </p:sp>
      <p:pic>
        <p:nvPicPr>
          <p:cNvPr id="52" name="Picture 51" descr="Chart, scatter chart&#10;&#10;Description automatically generated">
            <a:extLst>
              <a:ext uri="{FF2B5EF4-FFF2-40B4-BE49-F238E27FC236}">
                <a16:creationId xmlns:a16="http://schemas.microsoft.com/office/drawing/2014/main" id="{E1CEB7F1-9AF9-31B7-3546-25C5354D31BB}"/>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4625081" y="1541622"/>
            <a:ext cx="825542" cy="825542"/>
          </a:xfrm>
          <a:prstGeom prst="rect">
            <a:avLst/>
          </a:prstGeom>
        </p:spPr>
      </p:pic>
      <p:graphicFrame>
        <p:nvGraphicFramePr>
          <p:cNvPr id="61" name="Table 62">
            <a:extLst>
              <a:ext uri="{FF2B5EF4-FFF2-40B4-BE49-F238E27FC236}">
                <a16:creationId xmlns:a16="http://schemas.microsoft.com/office/drawing/2014/main" id="{28D1E42A-A652-3141-876E-C9784C79814B}"/>
              </a:ext>
            </a:extLst>
          </p:cNvPr>
          <p:cNvGraphicFramePr>
            <a:graphicFrameLocks noGrp="1"/>
          </p:cNvGraphicFramePr>
          <p:nvPr>
            <p:extLst>
              <p:ext uri="{D42A27DB-BD31-4B8C-83A1-F6EECF244321}">
                <p14:modId xmlns:p14="http://schemas.microsoft.com/office/powerpoint/2010/main" val="2036529970"/>
              </p:ext>
            </p:extLst>
          </p:nvPr>
        </p:nvGraphicFramePr>
        <p:xfrm>
          <a:off x="174171" y="1560337"/>
          <a:ext cx="10972800" cy="219456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366832918"/>
                    </a:ext>
                  </a:extLst>
                </a:gridCol>
                <a:gridCol w="1097280">
                  <a:extLst>
                    <a:ext uri="{9D8B030D-6E8A-4147-A177-3AD203B41FA5}">
                      <a16:colId xmlns:a16="http://schemas.microsoft.com/office/drawing/2014/main" val="2463982106"/>
                    </a:ext>
                  </a:extLst>
                </a:gridCol>
                <a:gridCol w="1097280">
                  <a:extLst>
                    <a:ext uri="{9D8B030D-6E8A-4147-A177-3AD203B41FA5}">
                      <a16:colId xmlns:a16="http://schemas.microsoft.com/office/drawing/2014/main" val="4213824958"/>
                    </a:ext>
                  </a:extLst>
                </a:gridCol>
                <a:gridCol w="1097280">
                  <a:extLst>
                    <a:ext uri="{9D8B030D-6E8A-4147-A177-3AD203B41FA5}">
                      <a16:colId xmlns:a16="http://schemas.microsoft.com/office/drawing/2014/main" val="972604108"/>
                    </a:ext>
                  </a:extLst>
                </a:gridCol>
                <a:gridCol w="1097280">
                  <a:extLst>
                    <a:ext uri="{9D8B030D-6E8A-4147-A177-3AD203B41FA5}">
                      <a16:colId xmlns:a16="http://schemas.microsoft.com/office/drawing/2014/main" val="3236674446"/>
                    </a:ext>
                  </a:extLst>
                </a:gridCol>
                <a:gridCol w="1097280">
                  <a:extLst>
                    <a:ext uri="{9D8B030D-6E8A-4147-A177-3AD203B41FA5}">
                      <a16:colId xmlns:a16="http://schemas.microsoft.com/office/drawing/2014/main" val="3878964251"/>
                    </a:ext>
                  </a:extLst>
                </a:gridCol>
                <a:gridCol w="1097280">
                  <a:extLst>
                    <a:ext uri="{9D8B030D-6E8A-4147-A177-3AD203B41FA5}">
                      <a16:colId xmlns:a16="http://schemas.microsoft.com/office/drawing/2014/main" val="4089765898"/>
                    </a:ext>
                  </a:extLst>
                </a:gridCol>
                <a:gridCol w="1097280">
                  <a:extLst>
                    <a:ext uri="{9D8B030D-6E8A-4147-A177-3AD203B41FA5}">
                      <a16:colId xmlns:a16="http://schemas.microsoft.com/office/drawing/2014/main" val="1935037019"/>
                    </a:ext>
                  </a:extLst>
                </a:gridCol>
                <a:gridCol w="1097280">
                  <a:extLst>
                    <a:ext uri="{9D8B030D-6E8A-4147-A177-3AD203B41FA5}">
                      <a16:colId xmlns:a16="http://schemas.microsoft.com/office/drawing/2014/main" val="2986509396"/>
                    </a:ext>
                  </a:extLst>
                </a:gridCol>
                <a:gridCol w="1097280">
                  <a:extLst>
                    <a:ext uri="{9D8B030D-6E8A-4147-A177-3AD203B41FA5}">
                      <a16:colId xmlns:a16="http://schemas.microsoft.com/office/drawing/2014/main" val="2734283371"/>
                    </a:ext>
                  </a:extLst>
                </a:gridCol>
              </a:tblGrid>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5995994"/>
                  </a:ext>
                </a:extLst>
              </a:tr>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2244508"/>
                  </a:ext>
                </a:extLst>
              </a:tr>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Metadata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(6)</a:t>
                      </a:r>
                      <a:endParaRPr lang="en-US" sz="1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kern="1200" dirty="0">
                          <a:solidFill>
                            <a:schemeClr val="dk1"/>
                          </a:solidFill>
                          <a:latin typeface="+mn-lt"/>
                          <a:ea typeface="+mn-ea"/>
                          <a:cs typeface="+mn-cs"/>
                        </a:rPr>
                        <a:t>Demographics</a:t>
                      </a:r>
                    </a:p>
                    <a:p>
                      <a:pPr algn="ctr"/>
                      <a:r>
                        <a:rPr lang="en-US" sz="1000" b="0" kern="1200" dirty="0">
                          <a:solidFill>
                            <a:schemeClr val="dk1"/>
                          </a:solidFill>
                          <a:latin typeface="+mn-lt"/>
                          <a:ea typeface="+mn-ea"/>
                          <a:cs typeface="+mn-cs"/>
                        </a:rPr>
                        <a:t>(24)</a:t>
                      </a:r>
                      <a:endParaRPr lang="en-US" sz="1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Clinical characteristics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kern="1200" dirty="0">
                          <a:solidFill>
                            <a:schemeClr val="tx1"/>
                          </a:solidFill>
                          <a:latin typeface="+mn-lt"/>
                          <a:ea typeface="+mn-ea"/>
                          <a:cs typeface="+mn-cs"/>
                        </a:rPr>
                        <a:t>Course of BD </a:t>
                      </a:r>
                    </a:p>
                    <a:p>
                      <a:pPr algn="ctr"/>
                      <a:r>
                        <a:rPr lang="en-US" sz="1000" b="0" kern="1200" dirty="0">
                          <a:solidFill>
                            <a:schemeClr val="tx1"/>
                          </a:solidFill>
                          <a:latin typeface="+mn-lt"/>
                          <a:ea typeface="+mn-ea"/>
                          <a:cs typeface="+mn-cs"/>
                        </a:rPr>
                        <a:t>Illness-Symptoms</a:t>
                      </a:r>
                    </a:p>
                    <a:p>
                      <a:pPr algn="ctr"/>
                      <a:r>
                        <a:rPr lang="en-US" sz="1000" b="0" kern="1200" dirty="0">
                          <a:solidFill>
                            <a:schemeClr val="tx1"/>
                          </a:solidFill>
                          <a:latin typeface="+mn-lt"/>
                          <a:ea typeface="+mn-ea"/>
                          <a:cs typeface="+mn-cs"/>
                        </a:rPr>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kern="1200" dirty="0">
                          <a:solidFill>
                            <a:schemeClr val="tx1"/>
                          </a:solidFill>
                          <a:latin typeface="+mn-lt"/>
                          <a:ea typeface="+mn-ea"/>
                          <a:cs typeface="+mn-cs"/>
                        </a:rPr>
                        <a:t>Course of BD </a:t>
                      </a:r>
                    </a:p>
                    <a:p>
                      <a:pPr algn="ctr"/>
                      <a:r>
                        <a:rPr lang="en-US" sz="1000" b="0" kern="1200" dirty="0">
                          <a:solidFill>
                            <a:schemeClr val="tx1"/>
                          </a:solidFill>
                          <a:latin typeface="+mn-lt"/>
                          <a:ea typeface="+mn-ea"/>
                          <a:cs typeface="+mn-cs"/>
                        </a:rPr>
                        <a:t>Illness-Episodes</a:t>
                      </a:r>
                    </a:p>
                    <a:p>
                      <a:pPr algn="ctr"/>
                      <a:r>
                        <a:rPr lang="en-US" sz="1000" b="0" kern="1200" dirty="0">
                          <a:solidFill>
                            <a:schemeClr val="tx1"/>
                          </a:solidFill>
                          <a:latin typeface="+mn-lt"/>
                          <a:ea typeface="+mn-ea"/>
                          <a:cs typeface="+mn-cs"/>
                        </a:rPr>
                        <a:t>(40)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kern="1200" dirty="0">
                          <a:solidFill>
                            <a:schemeClr val="tx1"/>
                          </a:solidFill>
                          <a:latin typeface="+mn-lt"/>
                          <a:ea typeface="+mn-ea"/>
                          <a:cs typeface="+mn-cs"/>
                        </a:rPr>
                        <a:t>Course of non-BD </a:t>
                      </a:r>
                    </a:p>
                    <a:p>
                      <a:pPr algn="ctr"/>
                      <a:r>
                        <a:rPr lang="en-US" sz="1000" b="0" kern="1200" dirty="0">
                          <a:solidFill>
                            <a:schemeClr val="tx1"/>
                          </a:solidFill>
                          <a:latin typeface="+mn-lt"/>
                          <a:ea typeface="+mn-ea"/>
                          <a:cs typeface="+mn-cs"/>
                        </a:rPr>
                        <a:t>psychiatric illness</a:t>
                      </a:r>
                    </a:p>
                    <a:p>
                      <a:pPr algn="ctr"/>
                      <a:r>
                        <a:rPr lang="en-US" sz="1000" b="0" kern="1200" dirty="0">
                          <a:solidFill>
                            <a:schemeClr val="tx1"/>
                          </a:solidFill>
                          <a:latin typeface="+mn-lt"/>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dirty="0">
                          <a:solidFill>
                            <a:schemeClr val="tx1"/>
                          </a:solidFill>
                          <a:latin typeface="+mj-lt"/>
                        </a:rPr>
                        <a:t>Family history </a:t>
                      </a:r>
                    </a:p>
                    <a:p>
                      <a:pPr algn="ctr"/>
                      <a:endParaRPr lang="en-US" sz="1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 </a:t>
                      </a:r>
                      <a:r>
                        <a:rPr lang="en-US" sz="1000" b="0" kern="1200" dirty="0">
                          <a:solidFill>
                            <a:schemeClr val="tx1"/>
                          </a:solidFill>
                          <a:latin typeface="+mn-lt"/>
                          <a:ea typeface="+mn-ea"/>
                          <a:cs typeface="+mn-cs"/>
                          <a:hlinkClick r:id="rId26"/>
                        </a:rPr>
                        <a:t>Current Illness Severity </a:t>
                      </a:r>
                      <a:br>
                        <a:rPr lang="en-US" sz="1000" b="0" kern="1200" dirty="0">
                          <a:solidFill>
                            <a:schemeClr val="tx1"/>
                          </a:solidFill>
                          <a:latin typeface="+mn-lt"/>
                          <a:ea typeface="+mn-ea"/>
                          <a:cs typeface="+mn-cs"/>
                        </a:rPr>
                      </a:br>
                      <a:r>
                        <a:rPr lang="en-US" sz="1000" b="0" kern="1200" dirty="0">
                          <a:solidFill>
                            <a:schemeClr val="tx1"/>
                          </a:solidFill>
                          <a:latin typeface="+mn-lt"/>
                          <a:ea typeface="+mn-ea"/>
                          <a:cs typeface="+mn-cs"/>
                        </a:rPr>
                        <a:t>(404)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dirty="0">
                          <a:latin typeface="+mj-lt"/>
                        </a:rPr>
                        <a:t>Course of treatment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kern="1200" dirty="0">
                          <a:solidFill>
                            <a:schemeClr val="tx1"/>
                          </a:solidFill>
                          <a:latin typeface="+mn-lt"/>
                          <a:ea typeface="+mn-ea"/>
                          <a:cs typeface="+mn-cs"/>
                        </a:rPr>
                        <a:t>Current Pharmacological </a:t>
                      </a:r>
                    </a:p>
                    <a:p>
                      <a:pPr algn="ctr"/>
                      <a:r>
                        <a:rPr lang="en-US" sz="1000" b="0" kern="1200" dirty="0">
                          <a:solidFill>
                            <a:schemeClr val="tx1"/>
                          </a:solidFill>
                          <a:latin typeface="+mn-lt"/>
                          <a:ea typeface="+mn-ea"/>
                          <a:cs typeface="+mn-cs"/>
                        </a:rPr>
                        <a:t>Treatment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7625160"/>
                  </a:ext>
                </a:extLst>
              </a:tr>
            </a:tbl>
          </a:graphicData>
        </a:graphic>
      </p:graphicFrame>
      <p:pic>
        <p:nvPicPr>
          <p:cNvPr id="2" name="Picture 1">
            <a:extLst>
              <a:ext uri="{FF2B5EF4-FFF2-40B4-BE49-F238E27FC236}">
                <a16:creationId xmlns:a16="http://schemas.microsoft.com/office/drawing/2014/main" id="{A3EE20BC-483F-C510-706A-C18A0F9D9B35}"/>
              </a:ext>
            </a:extLst>
          </p:cNvPr>
          <p:cNvPicPr>
            <a:picLocks noChangeAspect="1"/>
          </p:cNvPicPr>
          <p:nvPr/>
        </p:nvPicPr>
        <p:blipFill>
          <a:blip r:embed="rId27"/>
          <a:stretch>
            <a:fillRect/>
          </a:stretch>
        </p:blipFill>
        <p:spPr>
          <a:xfrm>
            <a:off x="2683022" y="2403059"/>
            <a:ext cx="507031" cy="446988"/>
          </a:xfrm>
          <a:prstGeom prst="rect">
            <a:avLst/>
          </a:prstGeom>
        </p:spPr>
      </p:pic>
      <p:pic>
        <p:nvPicPr>
          <p:cNvPr id="3" name="Picture 2">
            <a:extLst>
              <a:ext uri="{FF2B5EF4-FFF2-40B4-BE49-F238E27FC236}">
                <a16:creationId xmlns:a16="http://schemas.microsoft.com/office/drawing/2014/main" id="{9C78F0DF-8B8A-0204-6632-5BE0A96C226B}"/>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7073206" y="4817945"/>
            <a:ext cx="539700" cy="539700"/>
          </a:xfrm>
          <a:prstGeom prst="rect">
            <a:avLst/>
          </a:prstGeom>
        </p:spPr>
      </p:pic>
      <p:pic>
        <p:nvPicPr>
          <p:cNvPr id="4" name="Picture 3" descr="Chart, bubble chart&#10;&#10;Description automatically generated">
            <a:extLst>
              <a:ext uri="{FF2B5EF4-FFF2-40B4-BE49-F238E27FC236}">
                <a16:creationId xmlns:a16="http://schemas.microsoft.com/office/drawing/2014/main" id="{751D600B-9330-D0B0-938D-90A043DD5277}"/>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8044741" y="2331548"/>
            <a:ext cx="592887" cy="592887"/>
          </a:xfrm>
          <a:prstGeom prst="rect">
            <a:avLst/>
          </a:prstGeom>
        </p:spPr>
      </p:pic>
      <p:pic>
        <p:nvPicPr>
          <p:cNvPr id="7" name="Picture 6" descr="Chart, scatter chart&#10;&#10;Description automatically generated">
            <a:extLst>
              <a:ext uri="{FF2B5EF4-FFF2-40B4-BE49-F238E27FC236}">
                <a16:creationId xmlns:a16="http://schemas.microsoft.com/office/drawing/2014/main" id="{BB32ECF1-4A2A-3274-F544-45A1ECBBDD14}"/>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4772614" y="2367163"/>
            <a:ext cx="625149" cy="625149"/>
          </a:xfrm>
          <a:prstGeom prst="rect">
            <a:avLst/>
          </a:prstGeom>
        </p:spPr>
      </p:pic>
      <p:pic>
        <p:nvPicPr>
          <p:cNvPr id="8" name="Picture 7" descr="Chart, scatter chart&#10;&#10;Description automatically generated">
            <a:extLst>
              <a:ext uri="{FF2B5EF4-FFF2-40B4-BE49-F238E27FC236}">
                <a16:creationId xmlns:a16="http://schemas.microsoft.com/office/drawing/2014/main" id="{64379D30-3B28-1EC7-EE1C-C14953C43C2F}"/>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5910698" y="2304107"/>
            <a:ext cx="644891" cy="644891"/>
          </a:xfrm>
          <a:prstGeom prst="rect">
            <a:avLst/>
          </a:prstGeom>
        </p:spPr>
      </p:pic>
      <p:pic>
        <p:nvPicPr>
          <p:cNvPr id="9" name="Picture 8" descr="Chart, scatter chart&#10;&#10;Description automatically generated">
            <a:extLst>
              <a:ext uri="{FF2B5EF4-FFF2-40B4-BE49-F238E27FC236}">
                <a16:creationId xmlns:a16="http://schemas.microsoft.com/office/drawing/2014/main" id="{A84D0415-9618-DA22-05D6-9095FFD22EB9}"/>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4757726" y="4741346"/>
            <a:ext cx="692897" cy="692897"/>
          </a:xfrm>
          <a:prstGeom prst="rect">
            <a:avLst/>
          </a:prstGeom>
        </p:spPr>
      </p:pic>
      <p:pic>
        <p:nvPicPr>
          <p:cNvPr id="11" name="Picture 10" descr="Chart&#10;&#10;Description automatically generated">
            <a:extLst>
              <a:ext uri="{FF2B5EF4-FFF2-40B4-BE49-F238E27FC236}">
                <a16:creationId xmlns:a16="http://schemas.microsoft.com/office/drawing/2014/main" id="{E6B65BC4-B57A-0B03-D51F-D447B6E29064}"/>
              </a:ext>
            </a:extLst>
          </p:cNvPr>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5929163" y="4827997"/>
            <a:ext cx="539700" cy="539700"/>
          </a:xfrm>
          <a:prstGeom prst="rect">
            <a:avLst/>
          </a:prstGeom>
        </p:spPr>
      </p:pic>
      <p:pic>
        <p:nvPicPr>
          <p:cNvPr id="13" name="Picture 12" descr="Chart, scatter chart&#10;&#10;Description automatically generated">
            <a:extLst>
              <a:ext uri="{FF2B5EF4-FFF2-40B4-BE49-F238E27FC236}">
                <a16:creationId xmlns:a16="http://schemas.microsoft.com/office/drawing/2014/main" id="{65E43D16-54E0-89C5-0FD2-2675384704E5}"/>
              </a:ext>
            </a:extLst>
          </p:cNvPr>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3736390" y="4752181"/>
            <a:ext cx="603245" cy="603245"/>
          </a:xfrm>
          <a:prstGeom prst="rect">
            <a:avLst/>
          </a:prstGeom>
        </p:spPr>
      </p:pic>
      <p:pic>
        <p:nvPicPr>
          <p:cNvPr id="15" name="Picture 14" descr="Chart, scatter chart&#10;&#10;Description automatically generated">
            <a:extLst>
              <a:ext uri="{FF2B5EF4-FFF2-40B4-BE49-F238E27FC236}">
                <a16:creationId xmlns:a16="http://schemas.microsoft.com/office/drawing/2014/main" id="{CE381A1A-ED6C-2AC7-9BBA-EF2C5608476B}"/>
              </a:ext>
            </a:extLst>
          </p:cNvPr>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401886" y="4764452"/>
            <a:ext cx="603245" cy="603245"/>
          </a:xfrm>
          <a:prstGeom prst="rect">
            <a:avLst/>
          </a:prstGeom>
        </p:spPr>
      </p:pic>
      <p:pic>
        <p:nvPicPr>
          <p:cNvPr id="19" name="Picture 18" descr="Chart, scatter chart&#10;&#10;Description automatically generated">
            <a:extLst>
              <a:ext uri="{FF2B5EF4-FFF2-40B4-BE49-F238E27FC236}">
                <a16:creationId xmlns:a16="http://schemas.microsoft.com/office/drawing/2014/main" id="{AAFE139C-2ED3-2615-E211-CFF3444C9681}"/>
              </a:ext>
            </a:extLst>
          </p:cNvPr>
          <p:cNvPicPr>
            <a:picLocks noChangeAspect="1"/>
          </p:cNvPicPr>
          <p:nvPr/>
        </p:nvPicPr>
        <p:blipFill>
          <a:blip r:embed="rId36">
            <a:extLst>
              <a:ext uri="{28A0092B-C50C-407E-A947-70E740481C1C}">
                <a14:useLocalDpi xmlns:a14="http://schemas.microsoft.com/office/drawing/2010/main" val="0"/>
              </a:ext>
            </a:extLst>
          </a:blip>
          <a:stretch>
            <a:fillRect/>
          </a:stretch>
        </p:blipFill>
        <p:spPr>
          <a:xfrm>
            <a:off x="8141572" y="4773855"/>
            <a:ext cx="549752" cy="549752"/>
          </a:xfrm>
          <a:prstGeom prst="rect">
            <a:avLst/>
          </a:prstGeom>
        </p:spPr>
      </p:pic>
      <p:pic>
        <p:nvPicPr>
          <p:cNvPr id="21" name="Picture 20" descr="Chart, scatter chart&#10;&#10;Description automatically generated">
            <a:extLst>
              <a:ext uri="{FF2B5EF4-FFF2-40B4-BE49-F238E27FC236}">
                <a16:creationId xmlns:a16="http://schemas.microsoft.com/office/drawing/2014/main" id="{78CB0487-A22C-A647-5770-099F853EA92A}"/>
              </a:ext>
            </a:extLst>
          </p:cNvPr>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9253142" y="4752181"/>
            <a:ext cx="571426" cy="571426"/>
          </a:xfrm>
          <a:prstGeom prst="rect">
            <a:avLst/>
          </a:prstGeom>
        </p:spPr>
      </p:pic>
      <p:pic>
        <p:nvPicPr>
          <p:cNvPr id="23" name="Picture 22" descr="Chart, scatter chart&#10;&#10;Description automatically generated">
            <a:extLst>
              <a:ext uri="{FF2B5EF4-FFF2-40B4-BE49-F238E27FC236}">
                <a16:creationId xmlns:a16="http://schemas.microsoft.com/office/drawing/2014/main" id="{7A7C85DE-FA82-50C2-0C07-E5651938963F}"/>
              </a:ext>
            </a:extLst>
          </p:cNvPr>
          <p:cNvPicPr>
            <a:picLocks noChangeAspect="1"/>
          </p:cNvPicPr>
          <p:nvPr/>
        </p:nvPicPr>
        <p:blipFill>
          <a:blip r:embed="rId38">
            <a:extLst>
              <a:ext uri="{28A0092B-C50C-407E-A947-70E740481C1C}">
                <a14:useLocalDpi xmlns:a14="http://schemas.microsoft.com/office/drawing/2010/main" val="0"/>
              </a:ext>
            </a:extLst>
          </a:blip>
          <a:stretch>
            <a:fillRect/>
          </a:stretch>
        </p:blipFill>
        <p:spPr>
          <a:xfrm>
            <a:off x="10372506" y="4827997"/>
            <a:ext cx="543937" cy="543937"/>
          </a:xfrm>
          <a:prstGeom prst="rect">
            <a:avLst/>
          </a:prstGeom>
        </p:spPr>
      </p:pic>
      <p:pic>
        <p:nvPicPr>
          <p:cNvPr id="24" name="Picture 23" descr="Chart, scatter chart&#10;&#10;Description automatically generated">
            <a:extLst>
              <a:ext uri="{FF2B5EF4-FFF2-40B4-BE49-F238E27FC236}">
                <a16:creationId xmlns:a16="http://schemas.microsoft.com/office/drawing/2014/main" id="{271078AC-C726-F83B-8692-CC2DF1DC5BA8}"/>
              </a:ext>
            </a:extLst>
          </p:cNvPr>
          <p:cNvPicPr>
            <a:picLocks noChangeAspect="1"/>
          </p:cNvPicPr>
          <p:nvPr/>
        </p:nvPicPr>
        <p:blipFill>
          <a:blip r:embed="rId39">
            <a:extLst>
              <a:ext uri="{28A0092B-C50C-407E-A947-70E740481C1C}">
                <a14:useLocalDpi xmlns:a14="http://schemas.microsoft.com/office/drawing/2010/main" val="0"/>
              </a:ext>
            </a:extLst>
          </a:blip>
          <a:stretch>
            <a:fillRect/>
          </a:stretch>
        </p:blipFill>
        <p:spPr>
          <a:xfrm>
            <a:off x="382444" y="2306871"/>
            <a:ext cx="642127" cy="642127"/>
          </a:xfrm>
          <a:prstGeom prst="rect">
            <a:avLst/>
          </a:prstGeom>
        </p:spPr>
      </p:pic>
      <p:sp>
        <p:nvSpPr>
          <p:cNvPr id="31" name="Oval 30">
            <a:extLst>
              <a:ext uri="{FF2B5EF4-FFF2-40B4-BE49-F238E27FC236}">
                <a16:creationId xmlns:a16="http://schemas.microsoft.com/office/drawing/2014/main" id="{8A39F843-35DF-5289-D7F0-70AE88EF197A}"/>
              </a:ext>
            </a:extLst>
          </p:cNvPr>
          <p:cNvSpPr/>
          <p:nvPr/>
        </p:nvSpPr>
        <p:spPr>
          <a:xfrm>
            <a:off x="5737721" y="4741346"/>
            <a:ext cx="914400" cy="914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0669FB1-5053-BCB8-F35B-3ACCAD4346DE}"/>
              </a:ext>
            </a:extLst>
          </p:cNvPr>
          <p:cNvSpPr/>
          <p:nvPr/>
        </p:nvSpPr>
        <p:spPr>
          <a:xfrm>
            <a:off x="7872586" y="2227357"/>
            <a:ext cx="914400" cy="914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CAD2BB3D-34E4-E32C-616C-4D851769EF3A}"/>
              </a:ext>
            </a:extLst>
          </p:cNvPr>
          <p:cNvSpPr/>
          <p:nvPr/>
        </p:nvSpPr>
        <p:spPr>
          <a:xfrm>
            <a:off x="6843563" y="4738998"/>
            <a:ext cx="914400" cy="914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012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3" grpId="0" animBg="1"/>
      <p:bldP spid="3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a:extLst>
              <a:ext uri="{FF2B5EF4-FFF2-40B4-BE49-F238E27FC236}">
                <a16:creationId xmlns:a16="http://schemas.microsoft.com/office/drawing/2014/main" id="{0D937A6F-87E2-A382-4203-D203E3A52D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360" y="1007377"/>
            <a:ext cx="9003424" cy="5554997"/>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a:extLst>
              <a:ext uri="{FF2B5EF4-FFF2-40B4-BE49-F238E27FC236}">
                <a16:creationId xmlns:a16="http://schemas.microsoft.com/office/drawing/2014/main" id="{FDB11688-2B89-9CE6-E7B6-4F4524C814EB}"/>
              </a:ext>
            </a:extLst>
          </p:cNvPr>
          <p:cNvSpPr>
            <a:spLocks noGrp="1"/>
          </p:cNvSpPr>
          <p:nvPr>
            <p:ph type="title"/>
          </p:nvPr>
        </p:nvSpPr>
        <p:spPr>
          <a:xfrm>
            <a:off x="125501" y="295626"/>
            <a:ext cx="12066499" cy="467980"/>
          </a:xfrm>
        </p:spPr>
        <p:txBody>
          <a:bodyPr>
            <a:normAutofit fontScale="90000"/>
          </a:bodyPr>
          <a:lstStyle/>
          <a:p>
            <a:r>
              <a:rPr lang="en-US" sz="3600" dirty="0"/>
              <a:t>Number of studies represented in each cognitive domain</a:t>
            </a:r>
          </a:p>
        </p:txBody>
      </p:sp>
    </p:spTree>
    <p:extLst>
      <p:ext uri="{BB962C8B-B14F-4D97-AF65-F5344CB8AC3E}">
        <p14:creationId xmlns:p14="http://schemas.microsoft.com/office/powerpoint/2010/main" val="1838488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963756C-5685-6605-0FFE-4C9533BBF876}"/>
              </a:ext>
            </a:extLst>
          </p:cNvPr>
          <p:cNvSpPr>
            <a:spLocks noGrp="1"/>
          </p:cNvSpPr>
          <p:nvPr>
            <p:ph type="title"/>
          </p:nvPr>
        </p:nvSpPr>
        <p:spPr>
          <a:xfrm>
            <a:off x="125500" y="47575"/>
            <a:ext cx="12066499" cy="1325563"/>
          </a:xfrm>
        </p:spPr>
        <p:txBody>
          <a:bodyPr>
            <a:normAutofit/>
          </a:bodyPr>
          <a:lstStyle/>
          <a:p>
            <a:r>
              <a:rPr lang="en-US" sz="3600" dirty="0"/>
              <a:t>Instruments for measuring cognition that are used in &gt;=3 studies</a:t>
            </a:r>
          </a:p>
        </p:txBody>
      </p:sp>
      <p:pic>
        <p:nvPicPr>
          <p:cNvPr id="5" name="Picture 4">
            <a:extLst>
              <a:ext uri="{FF2B5EF4-FFF2-40B4-BE49-F238E27FC236}">
                <a16:creationId xmlns:a16="http://schemas.microsoft.com/office/drawing/2014/main" id="{369CEB51-57EC-8BA9-905C-F5A3AEE0A352}"/>
              </a:ext>
            </a:extLst>
          </p:cNvPr>
          <p:cNvPicPr>
            <a:picLocks noChangeAspect="1"/>
          </p:cNvPicPr>
          <p:nvPr/>
        </p:nvPicPr>
        <p:blipFill>
          <a:blip r:embed="rId2"/>
          <a:stretch>
            <a:fillRect/>
          </a:stretch>
        </p:blipFill>
        <p:spPr>
          <a:xfrm>
            <a:off x="360926" y="1049281"/>
            <a:ext cx="9103194" cy="5461916"/>
          </a:xfrm>
          <a:prstGeom prst="rect">
            <a:avLst/>
          </a:prstGeom>
        </p:spPr>
      </p:pic>
    </p:spTree>
    <p:extLst>
      <p:ext uri="{BB962C8B-B14F-4D97-AF65-F5344CB8AC3E}">
        <p14:creationId xmlns:p14="http://schemas.microsoft.com/office/powerpoint/2010/main" val="1917650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DB11688-2B89-9CE6-E7B6-4F4524C814EB}"/>
              </a:ext>
            </a:extLst>
          </p:cNvPr>
          <p:cNvSpPr>
            <a:spLocks noGrp="1"/>
          </p:cNvSpPr>
          <p:nvPr>
            <p:ph type="title"/>
          </p:nvPr>
        </p:nvSpPr>
        <p:spPr>
          <a:xfrm>
            <a:off x="277900" y="167640"/>
            <a:ext cx="12066499" cy="839738"/>
          </a:xfrm>
        </p:spPr>
        <p:txBody>
          <a:bodyPr>
            <a:normAutofit/>
          </a:bodyPr>
          <a:lstStyle/>
          <a:p>
            <a:r>
              <a:rPr lang="en-US" sz="3600" dirty="0"/>
              <a:t>Number of studies represented in Executive Functioning</a:t>
            </a:r>
          </a:p>
        </p:txBody>
      </p:sp>
      <p:grpSp>
        <p:nvGrpSpPr>
          <p:cNvPr id="3" name="Group 2">
            <a:extLst>
              <a:ext uri="{FF2B5EF4-FFF2-40B4-BE49-F238E27FC236}">
                <a16:creationId xmlns:a16="http://schemas.microsoft.com/office/drawing/2014/main" id="{2DDEA2B3-9AE2-35AE-3264-92642E1BAEF5}"/>
              </a:ext>
            </a:extLst>
          </p:cNvPr>
          <p:cNvGrpSpPr/>
          <p:nvPr/>
        </p:nvGrpSpPr>
        <p:grpSpPr>
          <a:xfrm>
            <a:off x="975360" y="1007377"/>
            <a:ext cx="9003424" cy="5554997"/>
            <a:chOff x="975360" y="1007377"/>
            <a:chExt cx="9003424" cy="5554997"/>
          </a:xfrm>
        </p:grpSpPr>
        <p:pic>
          <p:nvPicPr>
            <p:cNvPr id="1032" name="Picture 8">
              <a:extLst>
                <a:ext uri="{FF2B5EF4-FFF2-40B4-BE49-F238E27FC236}">
                  <a16:creationId xmlns:a16="http://schemas.microsoft.com/office/drawing/2014/main" id="{0D937A6F-87E2-A382-4203-D203E3A52D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360" y="1007377"/>
              <a:ext cx="9003424" cy="5554997"/>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D6968B87-036C-55EA-FE02-BE017C851B2B}"/>
                </a:ext>
              </a:extLst>
            </p:cNvPr>
            <p:cNvSpPr/>
            <p:nvPr/>
          </p:nvSpPr>
          <p:spPr>
            <a:xfrm>
              <a:off x="1851102" y="1538868"/>
              <a:ext cx="2036518" cy="41259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83470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963756C-5685-6605-0FFE-4C9533BBF876}"/>
              </a:ext>
            </a:extLst>
          </p:cNvPr>
          <p:cNvSpPr>
            <a:spLocks noGrp="1"/>
          </p:cNvSpPr>
          <p:nvPr>
            <p:ph type="title"/>
          </p:nvPr>
        </p:nvSpPr>
        <p:spPr>
          <a:xfrm>
            <a:off x="125500" y="47575"/>
            <a:ext cx="12066499" cy="1325563"/>
          </a:xfrm>
        </p:spPr>
        <p:txBody>
          <a:bodyPr>
            <a:normAutofit/>
          </a:bodyPr>
          <a:lstStyle/>
          <a:p>
            <a:r>
              <a:rPr lang="en-US" sz="3600" dirty="0"/>
              <a:t>Instruments for measuring Executive Functioning that are used in &gt;=3 studies</a:t>
            </a:r>
          </a:p>
        </p:txBody>
      </p:sp>
      <p:sp>
        <p:nvSpPr>
          <p:cNvPr id="2" name="AutoShape 2">
            <a:extLst>
              <a:ext uri="{FF2B5EF4-FFF2-40B4-BE49-F238E27FC236}">
                <a16:creationId xmlns:a16="http://schemas.microsoft.com/office/drawing/2014/main" id="{E0326092-8A1F-D004-AFC0-12A9F35533A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648EA129-2B1C-2DF8-4D7B-7102AAE61A9D}"/>
              </a:ext>
            </a:extLst>
          </p:cNvPr>
          <p:cNvPicPr>
            <a:picLocks noChangeAspect="1"/>
          </p:cNvPicPr>
          <p:nvPr/>
        </p:nvPicPr>
        <p:blipFill>
          <a:blip r:embed="rId3"/>
          <a:stretch>
            <a:fillRect/>
          </a:stretch>
        </p:blipFill>
        <p:spPr>
          <a:xfrm>
            <a:off x="1058143" y="1373138"/>
            <a:ext cx="8796010" cy="5239003"/>
          </a:xfrm>
          <a:prstGeom prst="rect">
            <a:avLst/>
          </a:prstGeom>
        </p:spPr>
      </p:pic>
    </p:spTree>
    <p:extLst>
      <p:ext uri="{BB962C8B-B14F-4D97-AF65-F5344CB8AC3E}">
        <p14:creationId xmlns:p14="http://schemas.microsoft.com/office/powerpoint/2010/main" val="1007912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4EE0767-42E4-686D-D660-DDC7BEB1D997}"/>
              </a:ext>
            </a:extLst>
          </p:cNvPr>
          <p:cNvPicPr>
            <a:picLocks noChangeAspect="1"/>
          </p:cNvPicPr>
          <p:nvPr/>
        </p:nvPicPr>
        <p:blipFill>
          <a:blip r:embed="rId2"/>
          <a:stretch>
            <a:fillRect/>
          </a:stretch>
        </p:blipFill>
        <p:spPr>
          <a:xfrm>
            <a:off x="218564" y="1615267"/>
            <a:ext cx="11719678" cy="4323979"/>
          </a:xfrm>
          <a:prstGeom prst="rect">
            <a:avLst/>
          </a:prstGeom>
        </p:spPr>
      </p:pic>
      <p:sp>
        <p:nvSpPr>
          <p:cNvPr id="7" name="Title 1">
            <a:extLst>
              <a:ext uri="{FF2B5EF4-FFF2-40B4-BE49-F238E27FC236}">
                <a16:creationId xmlns:a16="http://schemas.microsoft.com/office/drawing/2014/main" id="{8E037A90-3CA5-0547-8E8A-0CB5C9B3EC59}"/>
              </a:ext>
            </a:extLst>
          </p:cNvPr>
          <p:cNvSpPr>
            <a:spLocks noGrp="1"/>
          </p:cNvSpPr>
          <p:nvPr>
            <p:ph type="title"/>
          </p:nvPr>
        </p:nvSpPr>
        <p:spPr>
          <a:xfrm>
            <a:off x="125500" y="47575"/>
            <a:ext cx="12066499" cy="1325563"/>
          </a:xfrm>
        </p:spPr>
        <p:txBody>
          <a:bodyPr>
            <a:normAutofit/>
          </a:bodyPr>
          <a:lstStyle/>
          <a:p>
            <a:r>
              <a:rPr lang="en-US" sz="3000" dirty="0"/>
              <a:t>Generate report on </a:t>
            </a:r>
            <a:r>
              <a:rPr lang="en-US" sz="3000" dirty="0" err="1"/>
              <a:t>REDCap</a:t>
            </a:r>
            <a:r>
              <a:rPr lang="en-US" sz="3000" dirty="0"/>
              <a:t> to select only variables in the Cognitive domain</a:t>
            </a:r>
          </a:p>
        </p:txBody>
      </p:sp>
    </p:spTree>
    <p:extLst>
      <p:ext uri="{BB962C8B-B14F-4D97-AF65-F5344CB8AC3E}">
        <p14:creationId xmlns:p14="http://schemas.microsoft.com/office/powerpoint/2010/main" val="3865077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8CB1EEB-39EE-D3E2-4736-56277756715F}"/>
              </a:ext>
            </a:extLst>
          </p:cNvPr>
          <p:cNvSpPr>
            <a:spLocks noGrp="1"/>
          </p:cNvSpPr>
          <p:nvPr>
            <p:ph type="title"/>
          </p:nvPr>
        </p:nvSpPr>
        <p:spPr>
          <a:xfrm>
            <a:off x="62750" y="251028"/>
            <a:ext cx="12066499" cy="737747"/>
          </a:xfrm>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000" dirty="0"/>
              <a:t>Search for all variables created using the Trails Making Test (Part B)</a:t>
            </a:r>
            <a:br>
              <a:rPr lang="en-US" sz="3000" dirty="0"/>
            </a:br>
            <a:endParaRPr lang="en-US" sz="3000" dirty="0"/>
          </a:p>
        </p:txBody>
      </p:sp>
      <p:grpSp>
        <p:nvGrpSpPr>
          <p:cNvPr id="5" name="Group 4">
            <a:extLst>
              <a:ext uri="{FF2B5EF4-FFF2-40B4-BE49-F238E27FC236}">
                <a16:creationId xmlns:a16="http://schemas.microsoft.com/office/drawing/2014/main" id="{25D5B23B-846B-6D81-1482-F873E0CD607F}"/>
              </a:ext>
            </a:extLst>
          </p:cNvPr>
          <p:cNvGrpSpPr/>
          <p:nvPr/>
        </p:nvGrpSpPr>
        <p:grpSpPr>
          <a:xfrm>
            <a:off x="62750" y="776628"/>
            <a:ext cx="11989913" cy="5458707"/>
            <a:chOff x="-442347" y="2570595"/>
            <a:chExt cx="12192000" cy="5430166"/>
          </a:xfrm>
        </p:grpSpPr>
        <p:pic>
          <p:nvPicPr>
            <p:cNvPr id="4" name="Picture 3">
              <a:extLst>
                <a:ext uri="{FF2B5EF4-FFF2-40B4-BE49-F238E27FC236}">
                  <a16:creationId xmlns:a16="http://schemas.microsoft.com/office/drawing/2014/main" id="{B4615F95-B6C9-3C1B-EB37-CEA09F7CBD06}"/>
                </a:ext>
              </a:extLst>
            </p:cNvPr>
            <p:cNvPicPr>
              <a:picLocks noChangeAspect="1"/>
            </p:cNvPicPr>
            <p:nvPr/>
          </p:nvPicPr>
          <p:blipFill>
            <a:blip r:embed="rId3"/>
            <a:stretch>
              <a:fillRect/>
            </a:stretch>
          </p:blipFill>
          <p:spPr>
            <a:xfrm>
              <a:off x="-442347" y="2570595"/>
              <a:ext cx="12192000" cy="5430166"/>
            </a:xfrm>
            <a:prstGeom prst="rect">
              <a:avLst/>
            </a:prstGeom>
          </p:spPr>
        </p:pic>
        <p:sp>
          <p:nvSpPr>
            <p:cNvPr id="9" name="Oval 8">
              <a:extLst>
                <a:ext uri="{FF2B5EF4-FFF2-40B4-BE49-F238E27FC236}">
                  <a16:creationId xmlns:a16="http://schemas.microsoft.com/office/drawing/2014/main" id="{5F1FCAE5-673E-61BF-827D-568477CCD908}"/>
                </a:ext>
              </a:extLst>
            </p:cNvPr>
            <p:cNvSpPr/>
            <p:nvPr/>
          </p:nvSpPr>
          <p:spPr>
            <a:xfrm>
              <a:off x="10084299" y="2904733"/>
              <a:ext cx="1438508" cy="3679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3859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Chart, scatter chart&#10;&#10;Description automatically generated">
            <a:extLst>
              <a:ext uri="{FF2B5EF4-FFF2-40B4-BE49-F238E27FC236}">
                <a16:creationId xmlns:a16="http://schemas.microsoft.com/office/drawing/2014/main" id="{943CED17-388D-71BF-D118-8D2E2AD137DA}"/>
              </a:ext>
            </a:extLst>
          </p:cNvPr>
          <p:cNvPicPr>
            <a:picLocks noChangeAspect="1"/>
          </p:cNvPicPr>
          <p:nvPr/>
        </p:nvPicPr>
        <p:blipFill rotWithShape="1">
          <a:blip r:embed="rId3">
            <a:extLst>
              <a:ext uri="{28A0092B-C50C-407E-A947-70E740481C1C}">
                <a14:useLocalDpi xmlns:a14="http://schemas.microsoft.com/office/drawing/2010/main" val="0"/>
              </a:ext>
            </a:extLst>
          </a:blip>
          <a:srcRect l="9185" t="10525" r="15045" b="13187"/>
          <a:stretch/>
        </p:blipFill>
        <p:spPr>
          <a:xfrm>
            <a:off x="322665" y="1460624"/>
            <a:ext cx="959652" cy="966231"/>
          </a:xfrm>
          <a:prstGeom prst="ellipse">
            <a:avLst/>
          </a:prstGeom>
        </p:spPr>
      </p:pic>
      <p:pic>
        <p:nvPicPr>
          <p:cNvPr id="12" name="Picture 11">
            <a:extLst>
              <a:ext uri="{FF2B5EF4-FFF2-40B4-BE49-F238E27FC236}">
                <a16:creationId xmlns:a16="http://schemas.microsoft.com/office/drawing/2014/main" id="{3F058A6E-D020-0E32-E948-8A2A5DFDAB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2624" y="1434260"/>
            <a:ext cx="991149" cy="991149"/>
          </a:xfrm>
          <a:prstGeom prst="rect">
            <a:avLst/>
          </a:prstGeom>
        </p:spPr>
      </p:pic>
      <p:pic>
        <p:nvPicPr>
          <p:cNvPr id="14" name="Picture 13" descr="Chart, scatter chart&#10;&#10;Description automatically generated">
            <a:extLst>
              <a:ext uri="{FF2B5EF4-FFF2-40B4-BE49-F238E27FC236}">
                <a16:creationId xmlns:a16="http://schemas.microsoft.com/office/drawing/2014/main" id="{14364C81-7C1A-9E80-11B9-6DFF27AB7D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4741" y="1434260"/>
            <a:ext cx="906166" cy="815454"/>
          </a:xfrm>
          <a:prstGeom prst="rect">
            <a:avLst/>
          </a:prstGeom>
        </p:spPr>
      </p:pic>
      <p:pic>
        <p:nvPicPr>
          <p:cNvPr id="16" name="Picture 15" descr="Chart, scatter chart&#10;&#10;Description automatically generated">
            <a:extLst>
              <a:ext uri="{FF2B5EF4-FFF2-40B4-BE49-F238E27FC236}">
                <a16:creationId xmlns:a16="http://schemas.microsoft.com/office/drawing/2014/main" id="{2CA82544-D413-0C8D-D7A4-756B7A96B0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23062" y="1459902"/>
            <a:ext cx="907453" cy="907453"/>
          </a:xfrm>
          <a:prstGeom prst="rect">
            <a:avLst/>
          </a:prstGeom>
        </p:spPr>
      </p:pic>
      <p:pic>
        <p:nvPicPr>
          <p:cNvPr id="18" name="Picture 17" descr="Chart, scatter chart&#10;&#10;Description automatically generated">
            <a:extLst>
              <a:ext uri="{FF2B5EF4-FFF2-40B4-BE49-F238E27FC236}">
                <a16:creationId xmlns:a16="http://schemas.microsoft.com/office/drawing/2014/main" id="{F6B3D135-6E14-1F8D-89C4-08253408E1C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202670" y="1461189"/>
            <a:ext cx="906166" cy="906166"/>
          </a:xfrm>
          <a:prstGeom prst="rect">
            <a:avLst/>
          </a:prstGeom>
        </p:spPr>
      </p:pic>
      <p:pic>
        <p:nvPicPr>
          <p:cNvPr id="20" name="Picture 19" descr="Chart, scatter chart&#10;&#10;Description automatically generated">
            <a:extLst>
              <a:ext uri="{FF2B5EF4-FFF2-40B4-BE49-F238E27FC236}">
                <a16:creationId xmlns:a16="http://schemas.microsoft.com/office/drawing/2014/main" id="{DA61BB6D-6B14-B68F-8BE2-EB33FCFD986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543766" y="1452955"/>
            <a:ext cx="914400" cy="914400"/>
          </a:xfrm>
          <a:prstGeom prst="rect">
            <a:avLst/>
          </a:prstGeom>
        </p:spPr>
      </p:pic>
      <p:pic>
        <p:nvPicPr>
          <p:cNvPr id="22" name="Picture 21" descr="Chart, scatter chart&#10;&#10;Description automatically generated">
            <a:extLst>
              <a:ext uri="{FF2B5EF4-FFF2-40B4-BE49-F238E27FC236}">
                <a16:creationId xmlns:a16="http://schemas.microsoft.com/office/drawing/2014/main" id="{93919454-4904-4736-B049-72F91390BF3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70375" y="1565257"/>
            <a:ext cx="684457" cy="684457"/>
          </a:xfrm>
          <a:prstGeom prst="rect">
            <a:avLst/>
          </a:prstGeom>
        </p:spPr>
      </p:pic>
      <p:pic>
        <p:nvPicPr>
          <p:cNvPr id="26" name="Picture 25" descr="Chart&#10;&#10;Description automatically generated">
            <a:extLst>
              <a:ext uri="{FF2B5EF4-FFF2-40B4-BE49-F238E27FC236}">
                <a16:creationId xmlns:a16="http://schemas.microsoft.com/office/drawing/2014/main" id="{556F6481-9C02-3AC9-79E8-3D78DDE909D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827007" y="1411910"/>
            <a:ext cx="991149" cy="991149"/>
          </a:xfrm>
          <a:prstGeom prst="rect">
            <a:avLst/>
          </a:prstGeom>
        </p:spPr>
      </p:pic>
      <p:pic>
        <p:nvPicPr>
          <p:cNvPr id="28" name="Picture 27" descr="Chart, scatter chart&#10;&#10;Description automatically generated">
            <a:extLst>
              <a:ext uri="{FF2B5EF4-FFF2-40B4-BE49-F238E27FC236}">
                <a16:creationId xmlns:a16="http://schemas.microsoft.com/office/drawing/2014/main" id="{A39B3C03-11BF-05AD-F6C8-37F7583FB8B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889973" y="1486192"/>
            <a:ext cx="906166" cy="906166"/>
          </a:xfrm>
          <a:prstGeom prst="rect">
            <a:avLst/>
          </a:prstGeom>
        </p:spPr>
      </p:pic>
      <p:pic>
        <p:nvPicPr>
          <p:cNvPr id="30" name="Picture 29" descr="Chart, scatter chart&#10;&#10;Description automatically generated">
            <a:extLst>
              <a:ext uri="{FF2B5EF4-FFF2-40B4-BE49-F238E27FC236}">
                <a16:creationId xmlns:a16="http://schemas.microsoft.com/office/drawing/2014/main" id="{615CCCCF-F0DB-4CC0-47FE-50E0BA578624}"/>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79537" y="3880969"/>
            <a:ext cx="950207" cy="950207"/>
          </a:xfrm>
          <a:prstGeom prst="rect">
            <a:avLst/>
          </a:prstGeom>
        </p:spPr>
      </p:pic>
      <p:pic>
        <p:nvPicPr>
          <p:cNvPr id="32" name="Picture 31" descr="Chart, scatter chart&#10;&#10;Description automatically generated">
            <a:extLst>
              <a:ext uri="{FF2B5EF4-FFF2-40B4-BE49-F238E27FC236}">
                <a16:creationId xmlns:a16="http://schemas.microsoft.com/office/drawing/2014/main" id="{B6C1F376-D660-3EE2-90EB-658496CCDA6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412624" y="3880968"/>
            <a:ext cx="950207" cy="950207"/>
          </a:xfrm>
          <a:prstGeom prst="rect">
            <a:avLst/>
          </a:prstGeom>
        </p:spPr>
      </p:pic>
      <p:pic>
        <p:nvPicPr>
          <p:cNvPr id="34" name="Picture 33" descr="Chart, scatter chart&#10;&#10;Description automatically generated">
            <a:extLst>
              <a:ext uri="{FF2B5EF4-FFF2-40B4-BE49-F238E27FC236}">
                <a16:creationId xmlns:a16="http://schemas.microsoft.com/office/drawing/2014/main" id="{7FFC8A43-2CC7-843E-DCD3-FA84C6428A38}"/>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487151" y="3880966"/>
            <a:ext cx="950207" cy="950207"/>
          </a:xfrm>
          <a:prstGeom prst="rect">
            <a:avLst/>
          </a:prstGeom>
        </p:spPr>
      </p:pic>
      <p:pic>
        <p:nvPicPr>
          <p:cNvPr id="36" name="Picture 35" descr="Chart, scatter chart&#10;&#10;Description automatically generated">
            <a:extLst>
              <a:ext uri="{FF2B5EF4-FFF2-40B4-BE49-F238E27FC236}">
                <a16:creationId xmlns:a16="http://schemas.microsoft.com/office/drawing/2014/main" id="{9B89CD9D-1C60-F29D-38AD-3A838E16294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591745" y="3880966"/>
            <a:ext cx="950207" cy="950207"/>
          </a:xfrm>
          <a:prstGeom prst="rect">
            <a:avLst/>
          </a:prstGeom>
        </p:spPr>
      </p:pic>
      <p:pic>
        <p:nvPicPr>
          <p:cNvPr id="38" name="Picture 37" descr="Chart, scatter chart&#10;&#10;Description automatically generated">
            <a:extLst>
              <a:ext uri="{FF2B5EF4-FFF2-40B4-BE49-F238E27FC236}">
                <a16:creationId xmlns:a16="http://schemas.microsoft.com/office/drawing/2014/main" id="{BBE6DF04-CB6C-B459-E1FC-82AA8B402D56}"/>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715968" y="3963743"/>
            <a:ext cx="911883" cy="911883"/>
          </a:xfrm>
          <a:prstGeom prst="rect">
            <a:avLst/>
          </a:prstGeom>
        </p:spPr>
      </p:pic>
      <p:pic>
        <p:nvPicPr>
          <p:cNvPr id="42" name="Picture 41" descr="Chart, scatter chart&#10;&#10;Description automatically generated">
            <a:extLst>
              <a:ext uri="{FF2B5EF4-FFF2-40B4-BE49-F238E27FC236}">
                <a16:creationId xmlns:a16="http://schemas.microsoft.com/office/drawing/2014/main" id="{A5F9ED27-1873-18D7-03D3-1014497477B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926090" y="3963743"/>
            <a:ext cx="833932" cy="833932"/>
          </a:xfrm>
          <a:prstGeom prst="rect">
            <a:avLst/>
          </a:prstGeom>
        </p:spPr>
      </p:pic>
      <p:pic>
        <p:nvPicPr>
          <p:cNvPr id="44" name="Picture 43" descr="Chart, scatter chart&#10;&#10;Description automatically generated">
            <a:extLst>
              <a:ext uri="{FF2B5EF4-FFF2-40B4-BE49-F238E27FC236}">
                <a16:creationId xmlns:a16="http://schemas.microsoft.com/office/drawing/2014/main" id="{13EAB5D4-B441-CA47-7F6C-890E3DB5D742}"/>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8061696" y="3925420"/>
            <a:ext cx="872255" cy="872255"/>
          </a:xfrm>
          <a:prstGeom prst="rect">
            <a:avLst/>
          </a:prstGeom>
        </p:spPr>
      </p:pic>
      <p:pic>
        <p:nvPicPr>
          <p:cNvPr id="46" name="Picture 45" descr="Chart, scatter chart&#10;&#10;Description automatically generated">
            <a:extLst>
              <a:ext uri="{FF2B5EF4-FFF2-40B4-BE49-F238E27FC236}">
                <a16:creationId xmlns:a16="http://schemas.microsoft.com/office/drawing/2014/main" id="{B5B654D0-5D5F-35E3-0818-59EDFEC70FED}"/>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9235625" y="4041672"/>
            <a:ext cx="710509" cy="710509"/>
          </a:xfrm>
          <a:prstGeom prst="rect">
            <a:avLst/>
          </a:prstGeom>
        </p:spPr>
      </p:pic>
      <p:pic>
        <p:nvPicPr>
          <p:cNvPr id="50" name="Picture 49" descr="Chart, scatter chart&#10;&#10;Description automatically generated">
            <a:extLst>
              <a:ext uri="{FF2B5EF4-FFF2-40B4-BE49-F238E27FC236}">
                <a16:creationId xmlns:a16="http://schemas.microsoft.com/office/drawing/2014/main" id="{8A5389DC-C30F-25C5-A967-58C0392940FD}"/>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929526" y="4075908"/>
            <a:ext cx="687036" cy="687036"/>
          </a:xfrm>
          <a:prstGeom prst="rect">
            <a:avLst/>
          </a:prstGeom>
        </p:spPr>
      </p:pic>
      <p:sp>
        <p:nvSpPr>
          <p:cNvPr id="6" name="TextBox 5">
            <a:extLst>
              <a:ext uri="{FF2B5EF4-FFF2-40B4-BE49-F238E27FC236}">
                <a16:creationId xmlns:a16="http://schemas.microsoft.com/office/drawing/2014/main" id="{A2D3AD98-62B8-C7A1-46B5-51C765981015}"/>
              </a:ext>
            </a:extLst>
          </p:cNvPr>
          <p:cNvSpPr txBox="1"/>
          <p:nvPr/>
        </p:nvSpPr>
        <p:spPr>
          <a:xfrm>
            <a:off x="174171" y="725152"/>
            <a:ext cx="9402618" cy="369332"/>
          </a:xfrm>
          <a:prstGeom prst="rect">
            <a:avLst/>
          </a:prstGeom>
          <a:noFill/>
        </p:spPr>
        <p:txBody>
          <a:bodyPr wrap="square" rtlCol="0">
            <a:spAutoFit/>
          </a:bodyPr>
          <a:lstStyle/>
          <a:p>
            <a:r>
              <a:rPr lang="en-US" dirty="0"/>
              <a:t>Click on each domain cluster to view and interact with individual nodes. </a:t>
            </a:r>
          </a:p>
        </p:txBody>
      </p:sp>
      <p:pic>
        <p:nvPicPr>
          <p:cNvPr id="52" name="Picture 51" descr="Chart, scatter chart&#10;&#10;Description automatically generated">
            <a:extLst>
              <a:ext uri="{FF2B5EF4-FFF2-40B4-BE49-F238E27FC236}">
                <a16:creationId xmlns:a16="http://schemas.microsoft.com/office/drawing/2014/main" id="{E1CEB7F1-9AF9-31B7-3546-25C5354D31BB}"/>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4625081" y="1541622"/>
            <a:ext cx="825542" cy="825542"/>
          </a:xfrm>
          <a:prstGeom prst="rect">
            <a:avLst/>
          </a:prstGeom>
        </p:spPr>
      </p:pic>
      <p:sp>
        <p:nvSpPr>
          <p:cNvPr id="31" name="Title 1">
            <a:extLst>
              <a:ext uri="{FF2B5EF4-FFF2-40B4-BE49-F238E27FC236}">
                <a16:creationId xmlns:a16="http://schemas.microsoft.com/office/drawing/2014/main" id="{91CC171C-E857-960C-EE48-8926365E0D6A}"/>
              </a:ext>
            </a:extLst>
          </p:cNvPr>
          <p:cNvSpPr>
            <a:spLocks noGrp="1"/>
          </p:cNvSpPr>
          <p:nvPr>
            <p:ph type="title"/>
          </p:nvPr>
        </p:nvSpPr>
        <p:spPr>
          <a:xfrm>
            <a:off x="189677" y="154240"/>
            <a:ext cx="10521891" cy="604360"/>
          </a:xfrm>
        </p:spPr>
        <p:txBody>
          <a:bodyPr>
            <a:normAutofit fontScale="90000"/>
          </a:bodyPr>
          <a:lstStyle/>
          <a:p>
            <a:r>
              <a:rPr lang="en-US" dirty="0"/>
              <a:t>GAGE-BD Integrated dataset</a:t>
            </a:r>
          </a:p>
        </p:txBody>
      </p:sp>
      <p:pic>
        <p:nvPicPr>
          <p:cNvPr id="35" name="Picture 34" descr="Chart, scatter chart&#10;&#10;Description automatically generated">
            <a:extLst>
              <a:ext uri="{FF2B5EF4-FFF2-40B4-BE49-F238E27FC236}">
                <a16:creationId xmlns:a16="http://schemas.microsoft.com/office/drawing/2014/main" id="{8275FBEE-7AE2-4096-699D-2CF289DDF750}"/>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330090" y="2249714"/>
            <a:ext cx="833932" cy="833932"/>
          </a:xfrm>
          <a:prstGeom prst="rect">
            <a:avLst/>
          </a:prstGeom>
        </p:spPr>
      </p:pic>
      <p:pic>
        <p:nvPicPr>
          <p:cNvPr id="39" name="Picture 38" descr="Chart, scatter chart&#10;&#10;Description automatically generated">
            <a:extLst>
              <a:ext uri="{FF2B5EF4-FFF2-40B4-BE49-F238E27FC236}">
                <a16:creationId xmlns:a16="http://schemas.microsoft.com/office/drawing/2014/main" id="{55D585D4-22FC-D6C3-A7C9-57E270C71E7A}"/>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385948" y="2186854"/>
            <a:ext cx="959652" cy="959652"/>
          </a:xfrm>
          <a:prstGeom prst="rect">
            <a:avLst/>
          </a:prstGeom>
        </p:spPr>
      </p:pic>
      <p:pic>
        <p:nvPicPr>
          <p:cNvPr id="41" name="Picture 40" descr="Chart, scatter chart&#10;&#10;Description automatically generated">
            <a:extLst>
              <a:ext uri="{FF2B5EF4-FFF2-40B4-BE49-F238E27FC236}">
                <a16:creationId xmlns:a16="http://schemas.microsoft.com/office/drawing/2014/main" id="{5AFF2CDE-6D48-2E28-DC2B-EBBB64509D57}"/>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430449" y="2247496"/>
            <a:ext cx="917725" cy="917725"/>
          </a:xfrm>
          <a:prstGeom prst="rect">
            <a:avLst/>
          </a:prstGeom>
        </p:spPr>
      </p:pic>
      <p:pic>
        <p:nvPicPr>
          <p:cNvPr id="45" name="Picture 44" descr="Chart, scatter chart&#10;&#10;Description automatically generated">
            <a:extLst>
              <a:ext uri="{FF2B5EF4-FFF2-40B4-BE49-F238E27FC236}">
                <a16:creationId xmlns:a16="http://schemas.microsoft.com/office/drawing/2014/main" id="{7E22EA60-398C-38AD-9B85-AFE46E14D3B0}"/>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3557089" y="2217519"/>
            <a:ext cx="833932" cy="833932"/>
          </a:xfrm>
          <a:prstGeom prst="rect">
            <a:avLst/>
          </a:prstGeom>
        </p:spPr>
      </p:pic>
      <p:pic>
        <p:nvPicPr>
          <p:cNvPr id="48" name="Picture 47" descr="Chart, scatter chart&#10;&#10;Description automatically generated">
            <a:extLst>
              <a:ext uri="{FF2B5EF4-FFF2-40B4-BE49-F238E27FC236}">
                <a16:creationId xmlns:a16="http://schemas.microsoft.com/office/drawing/2014/main" id="{5BE34FC2-4DC5-11BD-888B-71CC6B588348}"/>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4731124" y="2247496"/>
            <a:ext cx="755779" cy="755779"/>
          </a:xfrm>
          <a:prstGeom prst="rect">
            <a:avLst/>
          </a:prstGeom>
        </p:spPr>
      </p:pic>
      <p:pic>
        <p:nvPicPr>
          <p:cNvPr id="51" name="Picture 50" descr="Chart&#10;&#10;Description automatically generated">
            <a:extLst>
              <a:ext uri="{FF2B5EF4-FFF2-40B4-BE49-F238E27FC236}">
                <a16:creationId xmlns:a16="http://schemas.microsoft.com/office/drawing/2014/main" id="{757913F3-36B3-C9BF-F363-DD984C434E31}"/>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5929525" y="2247496"/>
            <a:ext cx="687037" cy="687037"/>
          </a:xfrm>
          <a:prstGeom prst="rect">
            <a:avLst/>
          </a:prstGeom>
        </p:spPr>
      </p:pic>
      <p:pic>
        <p:nvPicPr>
          <p:cNvPr id="54" name="Picture 53" descr="Chart, scatter chart&#10;&#10;Description automatically generated">
            <a:extLst>
              <a:ext uri="{FF2B5EF4-FFF2-40B4-BE49-F238E27FC236}">
                <a16:creationId xmlns:a16="http://schemas.microsoft.com/office/drawing/2014/main" id="{B0C05403-5EF2-F19B-7744-FEFF5617BDF2}"/>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6813826" y="2186854"/>
            <a:ext cx="991149" cy="991149"/>
          </a:xfrm>
          <a:prstGeom prst="rect">
            <a:avLst/>
          </a:prstGeom>
        </p:spPr>
      </p:pic>
      <p:pic>
        <p:nvPicPr>
          <p:cNvPr id="56" name="Picture 55" descr="Chart&#10;&#10;Description automatically generated">
            <a:extLst>
              <a:ext uri="{FF2B5EF4-FFF2-40B4-BE49-F238E27FC236}">
                <a16:creationId xmlns:a16="http://schemas.microsoft.com/office/drawing/2014/main" id="{280C691F-E9F3-27C2-265B-E0934EDEC1FA}"/>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7994689" y="2186854"/>
            <a:ext cx="911883" cy="911883"/>
          </a:xfrm>
          <a:prstGeom prst="rect">
            <a:avLst/>
          </a:prstGeom>
        </p:spPr>
      </p:pic>
      <p:pic>
        <p:nvPicPr>
          <p:cNvPr id="58" name="Picture 57" descr="Chart&#10;&#10;Description automatically generated">
            <a:extLst>
              <a:ext uri="{FF2B5EF4-FFF2-40B4-BE49-F238E27FC236}">
                <a16:creationId xmlns:a16="http://schemas.microsoft.com/office/drawing/2014/main" id="{F38CDB4C-689A-BC90-588E-C338947B7D1D}"/>
              </a:ext>
            </a:extLst>
          </p:cNvPr>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10177492" y="2179196"/>
            <a:ext cx="872255" cy="872255"/>
          </a:xfrm>
          <a:prstGeom prst="rect">
            <a:avLst/>
          </a:prstGeom>
        </p:spPr>
      </p:pic>
      <p:pic>
        <p:nvPicPr>
          <p:cNvPr id="60" name="Picture 59" descr="Chart&#10;&#10;Description automatically generated with medium confidence">
            <a:extLst>
              <a:ext uri="{FF2B5EF4-FFF2-40B4-BE49-F238E27FC236}">
                <a16:creationId xmlns:a16="http://schemas.microsoft.com/office/drawing/2014/main" id="{55D02535-59A8-F513-3779-C4599078E397}"/>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5848676" y="4741426"/>
            <a:ext cx="746660" cy="746660"/>
          </a:xfrm>
          <a:prstGeom prst="rect">
            <a:avLst/>
          </a:prstGeom>
        </p:spPr>
      </p:pic>
      <p:pic>
        <p:nvPicPr>
          <p:cNvPr id="63" name="Picture 62" descr="Chart&#10;&#10;Description automatically generated">
            <a:extLst>
              <a:ext uri="{FF2B5EF4-FFF2-40B4-BE49-F238E27FC236}">
                <a16:creationId xmlns:a16="http://schemas.microsoft.com/office/drawing/2014/main" id="{60AA7533-76C3-8D08-EA8F-F82FF8200742}"/>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7004249" y="4741426"/>
            <a:ext cx="662346" cy="662346"/>
          </a:xfrm>
          <a:prstGeom prst="rect">
            <a:avLst/>
          </a:prstGeom>
        </p:spPr>
      </p:pic>
      <p:graphicFrame>
        <p:nvGraphicFramePr>
          <p:cNvPr id="65" name="Table 62">
            <a:extLst>
              <a:ext uri="{FF2B5EF4-FFF2-40B4-BE49-F238E27FC236}">
                <a16:creationId xmlns:a16="http://schemas.microsoft.com/office/drawing/2014/main" id="{D555DF52-CBE7-6AF4-70B1-E9B132167ACF}"/>
              </a:ext>
            </a:extLst>
          </p:cNvPr>
          <p:cNvGraphicFramePr>
            <a:graphicFrameLocks noGrp="1"/>
          </p:cNvGraphicFramePr>
          <p:nvPr>
            <p:extLst>
              <p:ext uri="{D42A27DB-BD31-4B8C-83A1-F6EECF244321}">
                <p14:modId xmlns:p14="http://schemas.microsoft.com/office/powerpoint/2010/main" val="1800543669"/>
              </p:ext>
            </p:extLst>
          </p:nvPr>
        </p:nvGraphicFramePr>
        <p:xfrm>
          <a:off x="174171" y="3984013"/>
          <a:ext cx="10972800" cy="219456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366832918"/>
                    </a:ext>
                  </a:extLst>
                </a:gridCol>
                <a:gridCol w="1097280">
                  <a:extLst>
                    <a:ext uri="{9D8B030D-6E8A-4147-A177-3AD203B41FA5}">
                      <a16:colId xmlns:a16="http://schemas.microsoft.com/office/drawing/2014/main" val="2463982106"/>
                    </a:ext>
                  </a:extLst>
                </a:gridCol>
                <a:gridCol w="1097280">
                  <a:extLst>
                    <a:ext uri="{9D8B030D-6E8A-4147-A177-3AD203B41FA5}">
                      <a16:colId xmlns:a16="http://schemas.microsoft.com/office/drawing/2014/main" val="4213824958"/>
                    </a:ext>
                  </a:extLst>
                </a:gridCol>
                <a:gridCol w="1097280">
                  <a:extLst>
                    <a:ext uri="{9D8B030D-6E8A-4147-A177-3AD203B41FA5}">
                      <a16:colId xmlns:a16="http://schemas.microsoft.com/office/drawing/2014/main" val="972604108"/>
                    </a:ext>
                  </a:extLst>
                </a:gridCol>
                <a:gridCol w="1097280">
                  <a:extLst>
                    <a:ext uri="{9D8B030D-6E8A-4147-A177-3AD203B41FA5}">
                      <a16:colId xmlns:a16="http://schemas.microsoft.com/office/drawing/2014/main" val="3236674446"/>
                    </a:ext>
                  </a:extLst>
                </a:gridCol>
                <a:gridCol w="1097280">
                  <a:extLst>
                    <a:ext uri="{9D8B030D-6E8A-4147-A177-3AD203B41FA5}">
                      <a16:colId xmlns:a16="http://schemas.microsoft.com/office/drawing/2014/main" val="3878964251"/>
                    </a:ext>
                  </a:extLst>
                </a:gridCol>
                <a:gridCol w="1097280">
                  <a:extLst>
                    <a:ext uri="{9D8B030D-6E8A-4147-A177-3AD203B41FA5}">
                      <a16:colId xmlns:a16="http://schemas.microsoft.com/office/drawing/2014/main" val="4089765898"/>
                    </a:ext>
                  </a:extLst>
                </a:gridCol>
                <a:gridCol w="1097280">
                  <a:extLst>
                    <a:ext uri="{9D8B030D-6E8A-4147-A177-3AD203B41FA5}">
                      <a16:colId xmlns:a16="http://schemas.microsoft.com/office/drawing/2014/main" val="1935037019"/>
                    </a:ext>
                  </a:extLst>
                </a:gridCol>
                <a:gridCol w="1097280">
                  <a:extLst>
                    <a:ext uri="{9D8B030D-6E8A-4147-A177-3AD203B41FA5}">
                      <a16:colId xmlns:a16="http://schemas.microsoft.com/office/drawing/2014/main" val="2986509396"/>
                    </a:ext>
                  </a:extLst>
                </a:gridCol>
                <a:gridCol w="1097280">
                  <a:extLst>
                    <a:ext uri="{9D8B030D-6E8A-4147-A177-3AD203B41FA5}">
                      <a16:colId xmlns:a16="http://schemas.microsoft.com/office/drawing/2014/main" val="2734283371"/>
                    </a:ext>
                  </a:extLst>
                </a:gridCol>
              </a:tblGrid>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2244508"/>
                  </a:ext>
                </a:extLst>
              </a:tr>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4918044"/>
                  </a:ext>
                </a:extLst>
              </a:tr>
              <a:tr h="731520">
                <a:tc>
                  <a:txBody>
                    <a:bodyPr/>
                    <a:lstStyle/>
                    <a:p>
                      <a:pPr algn="ctr"/>
                      <a:r>
                        <a:rPr lang="en-US" sz="1000" kern="1200" dirty="0">
                          <a:solidFill>
                            <a:schemeClr val="dk1"/>
                          </a:solidFill>
                          <a:latin typeface="+mn-lt"/>
                          <a:ea typeface="+mn-ea"/>
                          <a:cs typeface="+mn-cs"/>
                        </a:rPr>
                        <a:t>Lifetime </a:t>
                      </a:r>
                    </a:p>
                    <a:p>
                      <a:pPr algn="ctr"/>
                      <a:r>
                        <a:rPr lang="en-US" sz="1000" kern="1200" dirty="0">
                          <a:solidFill>
                            <a:schemeClr val="dk1"/>
                          </a:solidFill>
                          <a:latin typeface="+mn-lt"/>
                          <a:ea typeface="+mn-ea"/>
                          <a:cs typeface="+mn-cs"/>
                        </a:rPr>
                        <a:t>pharmacological treatment </a:t>
                      </a:r>
                      <a:r>
                        <a:rPr lang="en-US" sz="1000" b="0" kern="1200" dirty="0">
                          <a:solidFill>
                            <a:schemeClr val="tx1"/>
                          </a:solidFill>
                          <a:latin typeface="+mn-lt"/>
                          <a:ea typeface="+mn-ea"/>
                          <a:cs typeface="+mn-cs"/>
                        </a:rPr>
                        <a:t> </a:t>
                      </a:r>
                      <a:endParaRPr lang="en-US" sz="100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kern="1200" dirty="0">
                          <a:solidFill>
                            <a:schemeClr val="dk1"/>
                          </a:solidFill>
                          <a:latin typeface="+mn-lt"/>
                          <a:ea typeface="+mn-ea"/>
                          <a:cs typeface="+mn-cs"/>
                        </a:rPr>
                        <a:t>Non- </a:t>
                      </a:r>
                    </a:p>
                    <a:p>
                      <a:pPr algn="ctr"/>
                      <a:r>
                        <a:rPr lang="en-US" sz="1000" kern="1200" dirty="0">
                          <a:solidFill>
                            <a:schemeClr val="dk1"/>
                          </a:solidFill>
                          <a:latin typeface="+mn-lt"/>
                          <a:ea typeface="+mn-ea"/>
                          <a:cs typeface="+mn-cs"/>
                        </a:rPr>
                        <a:t>pharmacological treatment </a:t>
                      </a:r>
                      <a:r>
                        <a:rPr lang="en-US" sz="1000" b="0" kern="1200" dirty="0">
                          <a:solidFill>
                            <a:schemeClr val="tx1"/>
                          </a:solidFill>
                          <a:latin typeface="+mn-lt"/>
                          <a:ea typeface="+mn-ea"/>
                          <a:cs typeface="+mn-cs"/>
                        </a:rPr>
                        <a:t> </a:t>
                      </a:r>
                      <a:endParaRPr lang="en-US" sz="1000" kern="1200" dirty="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 Clinical trial-specific variables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Trauma/Stress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dirty="0">
                          <a:solidFill>
                            <a:schemeClr val="tx1"/>
                          </a:solidFill>
                          <a:latin typeface="+mj-lt"/>
                        </a:rPr>
                        <a:t>Positive psychological factors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latin typeface="+mn-lt"/>
                          <a:ea typeface="+mn-ea"/>
                          <a:cs typeface="+mn-cs"/>
                        </a:rPr>
                        <a:t> </a:t>
                      </a:r>
                      <a:r>
                        <a:rPr lang="en-US" sz="1000" b="0" kern="1200" dirty="0">
                          <a:solidFill>
                            <a:schemeClr val="tx1"/>
                          </a:solidFill>
                          <a:latin typeface="+mn-lt"/>
                          <a:ea typeface="+mn-ea"/>
                          <a:cs typeface="+mn-cs"/>
                        </a:rPr>
                        <a:t>Physical health (17)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kern="1200" dirty="0">
                          <a:solidFill>
                            <a:schemeClr val="tx1"/>
                          </a:solidFill>
                          <a:latin typeface="+mn-lt"/>
                          <a:ea typeface="+mn-ea"/>
                          <a:cs typeface="+mn-cs"/>
                          <a:hlinkClick r:id="rId33"/>
                        </a:rPr>
                        <a:t>Cognitive</a:t>
                      </a:r>
                      <a:r>
                        <a:rPr lang="en-US" sz="1000" dirty="0">
                          <a:latin typeface="+mj-lt"/>
                        </a:rPr>
                        <a:t> (2)</a:t>
                      </a:r>
                      <a:endParaRPr lang="en-US" sz="1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Physiological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kern="1200" dirty="0">
                          <a:solidFill>
                            <a:schemeClr val="dk1"/>
                          </a:solidFill>
                          <a:latin typeface="+mn-lt"/>
                          <a:ea typeface="+mn-ea"/>
                          <a:cs typeface="+mn-cs"/>
                        </a:rPr>
                        <a:t> Ecological Momentary </a:t>
                      </a:r>
                    </a:p>
                    <a:p>
                      <a:pPr algn="ctr"/>
                      <a:r>
                        <a:rPr lang="en-US" sz="1000" kern="1200" dirty="0">
                          <a:solidFill>
                            <a:schemeClr val="dk1"/>
                          </a:solidFill>
                          <a:latin typeface="+mn-lt"/>
                          <a:ea typeface="+mn-ea"/>
                          <a:cs typeface="+mn-cs"/>
                        </a:rPr>
                        <a:t>Assessment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dirty="0">
                          <a:latin typeface="+mj-lt"/>
                        </a:rPr>
                        <a:t>Misc.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7625160"/>
                  </a:ext>
                </a:extLst>
              </a:tr>
            </a:tbl>
          </a:graphicData>
        </a:graphic>
      </p:graphicFrame>
      <p:graphicFrame>
        <p:nvGraphicFramePr>
          <p:cNvPr id="61" name="Table 62">
            <a:extLst>
              <a:ext uri="{FF2B5EF4-FFF2-40B4-BE49-F238E27FC236}">
                <a16:creationId xmlns:a16="http://schemas.microsoft.com/office/drawing/2014/main" id="{28D1E42A-A652-3141-876E-C9784C79814B}"/>
              </a:ext>
            </a:extLst>
          </p:cNvPr>
          <p:cNvGraphicFramePr>
            <a:graphicFrameLocks noGrp="1"/>
          </p:cNvGraphicFramePr>
          <p:nvPr>
            <p:extLst>
              <p:ext uri="{D42A27DB-BD31-4B8C-83A1-F6EECF244321}">
                <p14:modId xmlns:p14="http://schemas.microsoft.com/office/powerpoint/2010/main" val="520638396"/>
              </p:ext>
            </p:extLst>
          </p:nvPr>
        </p:nvGraphicFramePr>
        <p:xfrm>
          <a:off x="174171" y="1560337"/>
          <a:ext cx="10972800" cy="219456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366832918"/>
                    </a:ext>
                  </a:extLst>
                </a:gridCol>
                <a:gridCol w="1097280">
                  <a:extLst>
                    <a:ext uri="{9D8B030D-6E8A-4147-A177-3AD203B41FA5}">
                      <a16:colId xmlns:a16="http://schemas.microsoft.com/office/drawing/2014/main" val="2463982106"/>
                    </a:ext>
                  </a:extLst>
                </a:gridCol>
                <a:gridCol w="1097280">
                  <a:extLst>
                    <a:ext uri="{9D8B030D-6E8A-4147-A177-3AD203B41FA5}">
                      <a16:colId xmlns:a16="http://schemas.microsoft.com/office/drawing/2014/main" val="4213824958"/>
                    </a:ext>
                  </a:extLst>
                </a:gridCol>
                <a:gridCol w="1097280">
                  <a:extLst>
                    <a:ext uri="{9D8B030D-6E8A-4147-A177-3AD203B41FA5}">
                      <a16:colId xmlns:a16="http://schemas.microsoft.com/office/drawing/2014/main" val="972604108"/>
                    </a:ext>
                  </a:extLst>
                </a:gridCol>
                <a:gridCol w="1097280">
                  <a:extLst>
                    <a:ext uri="{9D8B030D-6E8A-4147-A177-3AD203B41FA5}">
                      <a16:colId xmlns:a16="http://schemas.microsoft.com/office/drawing/2014/main" val="3236674446"/>
                    </a:ext>
                  </a:extLst>
                </a:gridCol>
                <a:gridCol w="1097280">
                  <a:extLst>
                    <a:ext uri="{9D8B030D-6E8A-4147-A177-3AD203B41FA5}">
                      <a16:colId xmlns:a16="http://schemas.microsoft.com/office/drawing/2014/main" val="3878964251"/>
                    </a:ext>
                  </a:extLst>
                </a:gridCol>
                <a:gridCol w="1097280">
                  <a:extLst>
                    <a:ext uri="{9D8B030D-6E8A-4147-A177-3AD203B41FA5}">
                      <a16:colId xmlns:a16="http://schemas.microsoft.com/office/drawing/2014/main" val="4089765898"/>
                    </a:ext>
                  </a:extLst>
                </a:gridCol>
                <a:gridCol w="1097280">
                  <a:extLst>
                    <a:ext uri="{9D8B030D-6E8A-4147-A177-3AD203B41FA5}">
                      <a16:colId xmlns:a16="http://schemas.microsoft.com/office/drawing/2014/main" val="1935037019"/>
                    </a:ext>
                  </a:extLst>
                </a:gridCol>
                <a:gridCol w="1097280">
                  <a:extLst>
                    <a:ext uri="{9D8B030D-6E8A-4147-A177-3AD203B41FA5}">
                      <a16:colId xmlns:a16="http://schemas.microsoft.com/office/drawing/2014/main" val="2986509396"/>
                    </a:ext>
                  </a:extLst>
                </a:gridCol>
                <a:gridCol w="1097280">
                  <a:extLst>
                    <a:ext uri="{9D8B030D-6E8A-4147-A177-3AD203B41FA5}">
                      <a16:colId xmlns:a16="http://schemas.microsoft.com/office/drawing/2014/main" val="2734283371"/>
                    </a:ext>
                  </a:extLst>
                </a:gridCol>
              </a:tblGrid>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5995994"/>
                  </a:ext>
                </a:extLst>
              </a:tr>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1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2244508"/>
                  </a:ext>
                </a:extLst>
              </a:tr>
              <a:tr h="7315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Metadata (6)</a:t>
                      </a:r>
                      <a:endParaRPr lang="en-US" sz="1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kern="1200" dirty="0">
                          <a:solidFill>
                            <a:schemeClr val="dk1"/>
                          </a:solidFill>
                          <a:latin typeface="+mn-lt"/>
                          <a:ea typeface="+mn-ea"/>
                          <a:cs typeface="+mn-cs"/>
                        </a:rPr>
                        <a:t>Demographics (6)</a:t>
                      </a:r>
                      <a:endParaRPr lang="en-US" sz="1000" b="0" dirty="0">
                        <a:solidFill>
                          <a:schemeClr val="tx1"/>
                        </a:solidFill>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rPr>
                        <a:t>Clinical characteristics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kern="1200" dirty="0">
                          <a:solidFill>
                            <a:schemeClr val="tx1"/>
                          </a:solidFill>
                          <a:latin typeface="+mn-lt"/>
                          <a:ea typeface="+mn-ea"/>
                          <a:cs typeface="+mn-cs"/>
                        </a:rPr>
                        <a:t>Course of BD </a:t>
                      </a:r>
                    </a:p>
                    <a:p>
                      <a:pPr algn="ctr"/>
                      <a:r>
                        <a:rPr lang="en-US" sz="1000" b="0" kern="1200" dirty="0">
                          <a:solidFill>
                            <a:schemeClr val="tx1"/>
                          </a:solidFill>
                          <a:latin typeface="+mn-lt"/>
                          <a:ea typeface="+mn-ea"/>
                          <a:cs typeface="+mn-cs"/>
                        </a:rPr>
                        <a:t>Illness-Symptoms </a:t>
                      </a:r>
                    </a:p>
                    <a:p>
                      <a:pPr algn="ctr"/>
                      <a:r>
                        <a:rPr lang="en-US" sz="1000" b="0" kern="1200" dirty="0">
                          <a:solidFill>
                            <a:schemeClr val="tx1"/>
                          </a:solidFill>
                          <a:latin typeface="+mn-lt"/>
                          <a:ea typeface="+mn-ea"/>
                          <a:cs typeface="+mn-cs"/>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kern="1200" dirty="0">
                          <a:solidFill>
                            <a:schemeClr val="tx1"/>
                          </a:solidFill>
                          <a:latin typeface="+mn-lt"/>
                          <a:ea typeface="+mn-ea"/>
                          <a:cs typeface="+mn-cs"/>
                        </a:rPr>
                        <a:t>Course of BD </a:t>
                      </a:r>
                    </a:p>
                    <a:p>
                      <a:pPr algn="ctr"/>
                      <a:r>
                        <a:rPr lang="en-US" sz="1000" b="0" kern="1200" dirty="0">
                          <a:solidFill>
                            <a:schemeClr val="tx1"/>
                          </a:solidFill>
                          <a:latin typeface="+mn-lt"/>
                          <a:ea typeface="+mn-ea"/>
                          <a:cs typeface="+mn-cs"/>
                        </a:rPr>
                        <a:t>Illness-Episodes</a:t>
                      </a:r>
                    </a:p>
                    <a:p>
                      <a:pPr algn="ctr"/>
                      <a:r>
                        <a:rPr lang="en-US" sz="1000" b="0" kern="1200" dirty="0">
                          <a:solidFill>
                            <a:schemeClr val="tx1"/>
                          </a:solidFill>
                          <a:latin typeface="+mn-lt"/>
                          <a:ea typeface="+mn-ea"/>
                          <a:cs typeface="+mn-cs"/>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kern="1200" dirty="0">
                          <a:solidFill>
                            <a:schemeClr val="tx1"/>
                          </a:solidFill>
                          <a:latin typeface="+mn-lt"/>
                          <a:ea typeface="+mn-ea"/>
                          <a:cs typeface="+mn-cs"/>
                        </a:rPr>
                        <a:t>Course of non-BD </a:t>
                      </a:r>
                    </a:p>
                    <a:p>
                      <a:pPr algn="ctr"/>
                      <a:r>
                        <a:rPr lang="en-US" sz="1000" b="0" kern="1200" dirty="0">
                          <a:solidFill>
                            <a:schemeClr val="tx1"/>
                          </a:solidFill>
                          <a:latin typeface="+mn-lt"/>
                          <a:ea typeface="+mn-ea"/>
                          <a:cs typeface="+mn-cs"/>
                        </a:rPr>
                        <a:t>psychiatric illness </a:t>
                      </a:r>
                    </a:p>
                    <a:p>
                      <a:pPr algn="ctr"/>
                      <a:r>
                        <a:rPr lang="en-US" sz="1000" b="0" kern="1200" dirty="0">
                          <a:solidFill>
                            <a:schemeClr val="tx1"/>
                          </a:solidFill>
                          <a:latin typeface="+mn-lt"/>
                          <a:ea typeface="+mn-ea"/>
                          <a:cs typeface="+mn-cs"/>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dirty="0">
                          <a:solidFill>
                            <a:schemeClr val="tx1"/>
                          </a:solidFill>
                          <a:latin typeface="+mj-lt"/>
                        </a:rPr>
                        <a:t>Family history (1)</a:t>
                      </a:r>
                    </a:p>
                    <a:p>
                      <a:pPr algn="ctr"/>
                      <a:r>
                        <a:rPr lang="en-US" sz="1000" b="0" dirty="0">
                          <a:solidFill>
                            <a:schemeClr val="tx1"/>
                          </a:solidFill>
                          <a:latin typeface="+mj-lt"/>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kern="1200" dirty="0">
                          <a:solidFill>
                            <a:schemeClr val="tx1"/>
                          </a:solidFill>
                          <a:latin typeface="+mn-lt"/>
                          <a:ea typeface="+mn-ea"/>
                          <a:cs typeface="+mn-cs"/>
                          <a:hlinkClick r:id="rId34"/>
                        </a:rPr>
                        <a:t> Current Illness Severity </a:t>
                      </a:r>
                      <a:r>
                        <a:rPr lang="en-US" sz="1000" b="0" kern="1200" dirty="0">
                          <a:solidFill>
                            <a:schemeClr val="tx1"/>
                          </a:solidFill>
                          <a:latin typeface="+mn-lt"/>
                          <a:ea typeface="+mn-ea"/>
                          <a:cs typeface="+mn-cs"/>
                        </a:rPr>
                        <a:t>(115)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dirty="0">
                          <a:latin typeface="+mj-lt"/>
                        </a:rPr>
                        <a:t>Course of treatment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000" b="0" kern="1200" dirty="0">
                          <a:solidFill>
                            <a:schemeClr val="tx1"/>
                          </a:solidFill>
                          <a:latin typeface="+mn-lt"/>
                          <a:ea typeface="+mn-ea"/>
                          <a:cs typeface="+mn-cs"/>
                        </a:rPr>
                        <a:t>Current Pharmacological </a:t>
                      </a:r>
                    </a:p>
                    <a:p>
                      <a:pPr algn="ctr"/>
                      <a:r>
                        <a:rPr lang="en-US" sz="1000" b="0" kern="1200" dirty="0">
                          <a:solidFill>
                            <a:schemeClr val="tx1"/>
                          </a:solidFill>
                          <a:latin typeface="+mn-lt"/>
                          <a:ea typeface="+mn-ea"/>
                          <a:cs typeface="+mn-cs"/>
                        </a:rPr>
                        <a:t>Treatment (44)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7625160"/>
                  </a:ext>
                </a:extLst>
              </a:tr>
            </a:tbl>
          </a:graphicData>
        </a:graphic>
      </p:graphicFrame>
    </p:spTree>
    <p:extLst>
      <p:ext uri="{BB962C8B-B14F-4D97-AF65-F5344CB8AC3E}">
        <p14:creationId xmlns:p14="http://schemas.microsoft.com/office/powerpoint/2010/main" val="2591460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1026</TotalTime>
  <Words>1242</Words>
  <Application>Microsoft Office PowerPoint</Application>
  <PresentationFormat>Widescreen</PresentationFormat>
  <Paragraphs>208</Paragraphs>
  <Slides>14</Slides>
  <Notes>10</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Gill Sans</vt:lpstr>
      <vt:lpstr>Arial</vt:lpstr>
      <vt:lpstr>Calibri</vt:lpstr>
      <vt:lpstr>Calibri Light</vt:lpstr>
      <vt:lpstr>Roboto</vt:lpstr>
      <vt:lpstr>Office Theme</vt:lpstr>
      <vt:lpstr>VariCat</vt:lpstr>
      <vt:lpstr>Ontology Visualization</vt:lpstr>
      <vt:lpstr>PowerPoint Presentation</vt:lpstr>
      <vt:lpstr>PowerPoint Presentation</vt:lpstr>
      <vt:lpstr>PowerPoint Presentation</vt:lpstr>
      <vt:lpstr>UCSD Inflammaging Dataset</vt:lpstr>
      <vt:lpstr>PowerPoint Presentation</vt:lpstr>
      <vt:lpstr>Number of studies represented in each cognitive domain</vt:lpstr>
      <vt:lpstr>Instruments for measuring cognition that are used in &gt;=3 studies</vt:lpstr>
      <vt:lpstr>Number of studies represented in Executive Functioning</vt:lpstr>
      <vt:lpstr>Instruments for measuring Executive Functioning that are used in &gt;=3 studies</vt:lpstr>
      <vt:lpstr>Generate report on REDCap to select only variables in the Cognitive domain</vt:lpstr>
      <vt:lpstr>Search for all variables created using the Trails Making Test (Part B) </vt:lpstr>
      <vt:lpstr>GAGE-BD Integrated dataset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Hui Xin Ng</dc:creator>
  <cp:lastModifiedBy>Hui Xin Ng</cp:lastModifiedBy>
  <cp:revision>1</cp:revision>
  <dcterms:created xsi:type="dcterms:W3CDTF">2023-03-04T06:36:57Z</dcterms:created>
  <dcterms:modified xsi:type="dcterms:W3CDTF">2023-03-13T17:07:37Z</dcterms:modified>
</cp:coreProperties>
</file>